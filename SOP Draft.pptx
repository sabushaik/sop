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6" r:id="rId2"/>
    <p:sldId id="257" r:id="rId3"/>
    <p:sldId id="258" r:id="rId4"/>
    <p:sldId id="273" r:id="rId5"/>
    <p:sldId id="269" r:id="rId6"/>
    <p:sldId id="270" r:id="rId7"/>
    <p:sldId id="272" r:id="rId8"/>
    <p:sldId id="271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C2A4B-3FCA-67D5-E550-C6E933F998C9}" v="2" dt="2026-02-07T09:07:58.408"/>
    <p1510:client id="{D6A487BD-6E49-EC4A-A920-C687A31E37D3}" v="2" dt="2026-02-07T09:14:57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i" userId="S::madhavi.sai@parabola9.com::125ea7c7-2d88-4f32-b3ad-cedf05f753a3" providerId="AD" clId="Web-{D6A487BD-6E49-EC4A-A920-C687A31E37D3}"/>
    <pc:docChg chg="modSld">
      <pc:chgData name="Madhavi" userId="S::madhavi.sai@parabola9.com::125ea7c7-2d88-4f32-b3ad-cedf05f753a3" providerId="AD" clId="Web-{D6A487BD-6E49-EC4A-A920-C687A31E37D3}" dt="2026-02-07T09:14:57.605" v="1"/>
      <pc:docMkLst>
        <pc:docMk/>
      </pc:docMkLst>
      <pc:sldChg chg="addSp delSp">
        <pc:chgData name="Madhavi" userId="S::madhavi.sai@parabola9.com::125ea7c7-2d88-4f32-b3ad-cedf05f753a3" providerId="AD" clId="Web-{D6A487BD-6E49-EC4A-A920-C687A31E37D3}" dt="2026-02-07T09:14:57.605" v="1"/>
        <pc:sldMkLst>
          <pc:docMk/>
          <pc:sldMk cId="1249924799" sldId="274"/>
        </pc:sldMkLst>
        <pc:spChg chg="add del">
          <ac:chgData name="Madhavi" userId="S::madhavi.sai@parabola9.com::125ea7c7-2d88-4f32-b3ad-cedf05f753a3" providerId="AD" clId="Web-{D6A487BD-6E49-EC4A-A920-C687A31E37D3}" dt="2026-02-07T09:14:57.605" v="1"/>
          <ac:spMkLst>
            <pc:docMk/>
            <pc:sldMk cId="1249924799" sldId="274"/>
            <ac:spMk id="4247" creationId="{34000C69-375A-EEA8-BE8C-5E03BF02A53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09E7CC-0A70-4218-B32F-3B2A1F824B19}">
      <dgm:prSet phldrT="[Text]" phldr="0"/>
      <dgm:spPr/>
      <dgm:t>
        <a:bodyPr/>
        <a:lstStyle/>
        <a:p>
          <a:pPr rtl="0"/>
          <a:r>
            <a:rPr lang="en-US" b="1" dirty="0">
              <a:latin typeface="Aptos Display" panose="020F0302020204030204"/>
            </a:rPr>
            <a:t>Saish </a:t>
          </a:r>
          <a:r>
            <a:rPr lang="en-US" b="1" dirty="0" err="1">
              <a:latin typeface="Aptos Display" panose="020F0302020204030204"/>
            </a:rPr>
            <a:t>Dattana</a:t>
          </a:r>
          <a:r>
            <a:rPr lang="en-US" b="1" dirty="0">
              <a:latin typeface="Aptos Display" panose="020F0302020204030204"/>
            </a:rPr>
            <a:t> (Sales)</a:t>
          </a:r>
          <a:endParaRPr lang="en-US" b="1" dirty="0"/>
        </a:p>
      </dgm:t>
    </dgm:pt>
    <dgm:pt modelId="{E227787F-45B7-4D0D-8F59-72E2ACA7366E}" type="parTrans" cxnId="{20E56BD7-C0DB-47BF-8747-0BDBDDF4AA29}">
      <dgm:prSet/>
      <dgm:spPr/>
      <dgm:t>
        <a:bodyPr/>
        <a:lstStyle/>
        <a:p>
          <a:endParaRPr lang="en-US"/>
        </a:p>
      </dgm:t>
    </dgm:pt>
    <dgm:pt modelId="{B14BB398-3596-4C98-9683-F9C0E0946597}" type="sibTrans" cxnId="{20E56BD7-C0DB-47BF-8747-0BDBDDF4AA29}">
      <dgm:prSet/>
      <dgm:spPr/>
      <dgm:t>
        <a:bodyPr/>
        <a:lstStyle/>
        <a:p>
          <a:endParaRPr lang="en-US"/>
        </a:p>
      </dgm:t>
    </dgm:pt>
    <dgm:pt modelId="{F329C5E1-FB05-4C66-8939-D32DCD8E73C3}">
      <dgm:prSet phldrT="[Text]" phldr="0"/>
      <dgm:spPr/>
      <dgm:t>
        <a:bodyPr/>
        <a:lstStyle/>
        <a:p>
          <a:pPr rtl="0"/>
          <a:r>
            <a:rPr lang="en-US" b="1" dirty="0">
              <a:latin typeface="Aptos Display" panose="020F0302020204030204"/>
            </a:rPr>
            <a:t>Narendra Bellamkonda(Sales)</a:t>
          </a:r>
          <a:endParaRPr lang="en-US" b="1" dirty="0"/>
        </a:p>
      </dgm:t>
    </dgm:pt>
    <dgm:pt modelId="{9737FFD9-4C40-4ED8-B054-726BCF0B5148}" type="parTrans" cxnId="{FC3B8DC3-AE15-48B6-8489-7F2ECC702C89}">
      <dgm:prSet/>
      <dgm:spPr/>
      <dgm:t>
        <a:bodyPr/>
        <a:lstStyle/>
        <a:p>
          <a:endParaRPr lang="en-US"/>
        </a:p>
      </dgm:t>
    </dgm:pt>
    <dgm:pt modelId="{4F64CC0F-C32F-444A-AECC-115E6029CB1C}" type="sibTrans" cxnId="{FC3B8DC3-AE15-48B6-8489-7F2ECC702C89}">
      <dgm:prSet/>
      <dgm:spPr/>
      <dgm:t>
        <a:bodyPr/>
        <a:lstStyle/>
        <a:p>
          <a:endParaRPr lang="en-US"/>
        </a:p>
      </dgm:t>
    </dgm:pt>
    <dgm:pt modelId="{4A435300-C749-4B3D-BA2C-C0FE1C0F5296}">
      <dgm:prSet phldrT="[Text]" phldr="0"/>
      <dgm:spPr/>
      <dgm:t>
        <a:bodyPr/>
        <a:lstStyle/>
        <a:p>
          <a:pPr rtl="0"/>
          <a:r>
            <a:rPr lang="en-US" b="1" dirty="0">
              <a:latin typeface="Aptos Display" panose="020F0302020204030204"/>
            </a:rPr>
            <a:t>Venkatesh </a:t>
          </a:r>
          <a:r>
            <a:rPr lang="en-US" b="1" dirty="0" err="1">
              <a:latin typeface="Aptos Display" panose="020F0302020204030204"/>
            </a:rPr>
            <a:t>Pranavmurthy</a:t>
          </a:r>
          <a:r>
            <a:rPr lang="en-US" b="1" dirty="0">
              <a:latin typeface="Aptos Display" panose="020F0302020204030204"/>
            </a:rPr>
            <a:t> (Technology)</a:t>
          </a:r>
          <a:endParaRPr lang="en-US" b="1" dirty="0"/>
        </a:p>
      </dgm:t>
    </dgm:pt>
    <dgm:pt modelId="{2FE2D6C0-D589-497F-84BD-7F27691DAC6B}" type="parTrans" cxnId="{39E418C5-5E13-4707-841E-E3BD90A2930D}">
      <dgm:prSet/>
      <dgm:spPr/>
      <dgm:t>
        <a:bodyPr/>
        <a:lstStyle/>
        <a:p>
          <a:endParaRPr lang="en-US"/>
        </a:p>
      </dgm:t>
    </dgm:pt>
    <dgm:pt modelId="{56525927-4790-49C8-896E-BD20269088CA}" type="sibTrans" cxnId="{39E418C5-5E13-4707-841E-E3BD90A2930D}">
      <dgm:prSet/>
      <dgm:spPr/>
      <dgm:t>
        <a:bodyPr/>
        <a:lstStyle/>
        <a:p>
          <a:endParaRPr lang="en-US"/>
        </a:p>
      </dgm:t>
    </dgm:pt>
    <dgm:pt modelId="{CE8CA469-C168-43FE-9CFD-7D561AA94638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</a:t>
          </a:r>
          <a:r>
            <a:rPr lang="en-US" b="1" dirty="0">
              <a:latin typeface="Aptos Display" panose="020F0302020204030204"/>
            </a:rPr>
            <a:t>Suman Natarajan (Delivery)</a:t>
          </a:r>
          <a:endParaRPr lang="en-US" b="1" dirty="0"/>
        </a:p>
      </dgm:t>
    </dgm:pt>
    <dgm:pt modelId="{D8EE9ECB-0D34-46F8-8025-8B375D7216BC}" type="parTrans" cxnId="{6DB51BF5-9B23-43CD-A66E-4771EEC6A9E8}">
      <dgm:prSet/>
      <dgm:spPr/>
      <dgm:t>
        <a:bodyPr/>
        <a:lstStyle/>
        <a:p>
          <a:endParaRPr lang="en-US"/>
        </a:p>
      </dgm:t>
    </dgm:pt>
    <dgm:pt modelId="{029D0154-A7D1-4796-ADD4-026619EB59D9}" type="sibTrans" cxnId="{6DB51BF5-9B23-43CD-A66E-4771EEC6A9E8}">
      <dgm:prSet/>
      <dgm:spPr/>
      <dgm:t>
        <a:bodyPr/>
        <a:lstStyle/>
        <a:p>
          <a:endParaRPr lang="en-US"/>
        </a:p>
      </dgm:t>
    </dgm:pt>
    <dgm:pt modelId="{4F37C11B-8CE9-478D-8CE1-1606637234AD}" type="pres">
      <dgm:prSet presAssocID="{96EC0E2F-41AE-4DFE-A02C-DFC7F610D75A}" presName="diagram" presStyleCnt="0">
        <dgm:presLayoutVars>
          <dgm:dir/>
          <dgm:resizeHandles val="exact"/>
        </dgm:presLayoutVars>
      </dgm:prSet>
      <dgm:spPr/>
    </dgm:pt>
    <dgm:pt modelId="{4966D761-5767-4C21-B324-4A9CFA297A2A}" type="pres">
      <dgm:prSet presAssocID="{4309E7CC-0A70-4218-B32F-3B2A1F824B19}" presName="node" presStyleLbl="node1" presStyleIdx="0" presStyleCnt="4">
        <dgm:presLayoutVars>
          <dgm:bulletEnabled val="1"/>
        </dgm:presLayoutVars>
      </dgm:prSet>
      <dgm:spPr/>
    </dgm:pt>
    <dgm:pt modelId="{6C021876-0B61-4A2D-BA97-93B8EF809254}" type="pres">
      <dgm:prSet presAssocID="{B14BB398-3596-4C98-9683-F9C0E0946597}" presName="sibTrans" presStyleCnt="0"/>
      <dgm:spPr/>
    </dgm:pt>
    <dgm:pt modelId="{D8954707-FBFF-4763-BBB4-BBC749B0B317}" type="pres">
      <dgm:prSet presAssocID="{F329C5E1-FB05-4C66-8939-D32DCD8E73C3}" presName="node" presStyleLbl="node1" presStyleIdx="1" presStyleCnt="4">
        <dgm:presLayoutVars>
          <dgm:bulletEnabled val="1"/>
        </dgm:presLayoutVars>
      </dgm:prSet>
      <dgm:spPr/>
    </dgm:pt>
    <dgm:pt modelId="{0A7443BA-25B1-4046-BDA4-80772AAD162E}" type="pres">
      <dgm:prSet presAssocID="{4F64CC0F-C32F-444A-AECC-115E6029CB1C}" presName="sibTrans" presStyleCnt="0"/>
      <dgm:spPr/>
    </dgm:pt>
    <dgm:pt modelId="{938F0580-5DD2-4A76-914C-512FA150A03C}" type="pres">
      <dgm:prSet presAssocID="{4A435300-C749-4B3D-BA2C-C0FE1C0F5296}" presName="node" presStyleLbl="node1" presStyleIdx="2" presStyleCnt="4">
        <dgm:presLayoutVars>
          <dgm:bulletEnabled val="1"/>
        </dgm:presLayoutVars>
      </dgm:prSet>
      <dgm:spPr/>
    </dgm:pt>
    <dgm:pt modelId="{B47DA392-5EA8-4150-A847-815B918F4E76}" type="pres">
      <dgm:prSet presAssocID="{56525927-4790-49C8-896E-BD20269088CA}" presName="sibTrans" presStyleCnt="0"/>
      <dgm:spPr/>
    </dgm:pt>
    <dgm:pt modelId="{3A6FF84E-E479-4887-A590-2279AEF211E5}" type="pres">
      <dgm:prSet presAssocID="{CE8CA469-C168-43FE-9CFD-7D561AA94638}" presName="node" presStyleLbl="node1" presStyleIdx="3" presStyleCnt="4">
        <dgm:presLayoutVars>
          <dgm:bulletEnabled val="1"/>
        </dgm:presLayoutVars>
      </dgm:prSet>
      <dgm:spPr/>
    </dgm:pt>
  </dgm:ptLst>
  <dgm:cxnLst>
    <dgm:cxn modelId="{88A64548-123B-4619-BC68-806C4AE93B8F}" type="presOf" srcId="{CE8CA469-C168-43FE-9CFD-7D561AA94638}" destId="{3A6FF84E-E479-4887-A590-2279AEF211E5}" srcOrd="0" destOrd="0" presId="urn:microsoft.com/office/officeart/2005/8/layout/default"/>
    <dgm:cxn modelId="{F9074E78-E6BF-4C31-9EB0-7AA806B8845D}" type="presOf" srcId="{4A435300-C749-4B3D-BA2C-C0FE1C0F5296}" destId="{938F0580-5DD2-4A76-914C-512FA150A03C}" srcOrd="0" destOrd="0" presId="urn:microsoft.com/office/officeart/2005/8/layout/default"/>
    <dgm:cxn modelId="{27BE8A9A-D625-4347-B409-F97B805B69C6}" type="presOf" srcId="{F329C5E1-FB05-4C66-8939-D32DCD8E73C3}" destId="{D8954707-FBFF-4763-BBB4-BBC749B0B317}" srcOrd="0" destOrd="0" presId="urn:microsoft.com/office/officeart/2005/8/layout/default"/>
    <dgm:cxn modelId="{FC3B8DC3-AE15-48B6-8489-7F2ECC702C89}" srcId="{96EC0E2F-41AE-4DFE-A02C-DFC7F610D75A}" destId="{F329C5E1-FB05-4C66-8939-D32DCD8E73C3}" srcOrd="1" destOrd="0" parTransId="{9737FFD9-4C40-4ED8-B054-726BCF0B5148}" sibTransId="{4F64CC0F-C32F-444A-AECC-115E6029CB1C}"/>
    <dgm:cxn modelId="{39E418C5-5E13-4707-841E-E3BD90A2930D}" srcId="{96EC0E2F-41AE-4DFE-A02C-DFC7F610D75A}" destId="{4A435300-C749-4B3D-BA2C-C0FE1C0F5296}" srcOrd="2" destOrd="0" parTransId="{2FE2D6C0-D589-497F-84BD-7F27691DAC6B}" sibTransId="{56525927-4790-49C8-896E-BD20269088CA}"/>
    <dgm:cxn modelId="{3C7292C7-41EE-4DBF-BBDD-8C5070682F11}" type="presOf" srcId="{96EC0E2F-41AE-4DFE-A02C-DFC7F610D75A}" destId="{4F37C11B-8CE9-478D-8CE1-1606637234AD}" srcOrd="0" destOrd="0" presId="urn:microsoft.com/office/officeart/2005/8/layout/default"/>
    <dgm:cxn modelId="{20E56BD7-C0DB-47BF-8747-0BDBDDF4AA29}" srcId="{96EC0E2F-41AE-4DFE-A02C-DFC7F610D75A}" destId="{4309E7CC-0A70-4218-B32F-3B2A1F824B19}" srcOrd="0" destOrd="0" parTransId="{E227787F-45B7-4D0D-8F59-72E2ACA7366E}" sibTransId="{B14BB398-3596-4C98-9683-F9C0E0946597}"/>
    <dgm:cxn modelId="{6DB51BF5-9B23-43CD-A66E-4771EEC6A9E8}" srcId="{96EC0E2F-41AE-4DFE-A02C-DFC7F610D75A}" destId="{CE8CA469-C168-43FE-9CFD-7D561AA94638}" srcOrd="3" destOrd="0" parTransId="{D8EE9ECB-0D34-46F8-8025-8B375D7216BC}" sibTransId="{029D0154-A7D1-4796-ADD4-026619EB59D9}"/>
    <dgm:cxn modelId="{AD2886F8-7CCE-4F45-AF58-768BB38EBA3B}" type="presOf" srcId="{4309E7CC-0A70-4218-B32F-3B2A1F824B19}" destId="{4966D761-5767-4C21-B324-4A9CFA297A2A}" srcOrd="0" destOrd="0" presId="urn:microsoft.com/office/officeart/2005/8/layout/default"/>
    <dgm:cxn modelId="{1629BFD7-B749-489D-B967-23234AD983E6}" type="presParOf" srcId="{4F37C11B-8CE9-478D-8CE1-1606637234AD}" destId="{4966D761-5767-4C21-B324-4A9CFA297A2A}" srcOrd="0" destOrd="0" presId="urn:microsoft.com/office/officeart/2005/8/layout/default"/>
    <dgm:cxn modelId="{598AB7C6-C7F0-4B65-B9DC-21B5DD66ED74}" type="presParOf" srcId="{4F37C11B-8CE9-478D-8CE1-1606637234AD}" destId="{6C021876-0B61-4A2D-BA97-93B8EF809254}" srcOrd="1" destOrd="0" presId="urn:microsoft.com/office/officeart/2005/8/layout/default"/>
    <dgm:cxn modelId="{FDFD77B5-8A29-4ED2-A92F-11F86F24AADE}" type="presParOf" srcId="{4F37C11B-8CE9-478D-8CE1-1606637234AD}" destId="{D8954707-FBFF-4763-BBB4-BBC749B0B317}" srcOrd="2" destOrd="0" presId="urn:microsoft.com/office/officeart/2005/8/layout/default"/>
    <dgm:cxn modelId="{05C08E9D-A315-4FD3-AD47-303C3E42DC52}" type="presParOf" srcId="{4F37C11B-8CE9-478D-8CE1-1606637234AD}" destId="{0A7443BA-25B1-4046-BDA4-80772AAD162E}" srcOrd="3" destOrd="0" presId="urn:microsoft.com/office/officeart/2005/8/layout/default"/>
    <dgm:cxn modelId="{93C33903-C94A-44EF-B9D2-A46F483BDCAD}" type="presParOf" srcId="{4F37C11B-8CE9-478D-8CE1-1606637234AD}" destId="{938F0580-5DD2-4A76-914C-512FA150A03C}" srcOrd="4" destOrd="0" presId="urn:microsoft.com/office/officeart/2005/8/layout/default"/>
    <dgm:cxn modelId="{3BB727F0-40A9-485C-B8BA-775AE114F3A9}" type="presParOf" srcId="{4F37C11B-8CE9-478D-8CE1-1606637234AD}" destId="{B47DA392-5EA8-4150-A847-815B918F4E76}" srcOrd="5" destOrd="0" presId="urn:microsoft.com/office/officeart/2005/8/layout/default"/>
    <dgm:cxn modelId="{AA516F3A-DA10-4192-A9D6-567E28A9DA04}" type="presParOf" srcId="{4F37C11B-8CE9-478D-8CE1-1606637234AD}" destId="{3A6FF84E-E479-4887-A590-2279AEF211E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default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4309E7CC-0A70-4218-B32F-3B2A1F824B19}">
      <dgm:prSet phldrT="[Text]" phldr="0"/>
      <dgm:spPr/>
      <dgm:t>
        <a:bodyPr/>
        <a:lstStyle/>
        <a:p>
          <a:pPr rtl="0"/>
          <a:r>
            <a:rPr lang="en-US" b="1" dirty="0">
              <a:latin typeface="Aptos Display" panose="020F0302020204030204"/>
            </a:rPr>
            <a:t>Surendra Bellamkonda (Operations)</a:t>
          </a:r>
        </a:p>
      </dgm:t>
    </dgm:pt>
    <dgm:pt modelId="{E227787F-45B7-4D0D-8F59-72E2ACA7366E}" type="parTrans" cxnId="{20E56BD7-C0DB-47BF-8747-0BDBDDF4AA29}">
      <dgm:prSet/>
      <dgm:spPr/>
      <dgm:t>
        <a:bodyPr/>
        <a:lstStyle/>
        <a:p>
          <a:endParaRPr lang="en-US"/>
        </a:p>
      </dgm:t>
    </dgm:pt>
    <dgm:pt modelId="{B14BB398-3596-4C98-9683-F9C0E0946597}" type="sibTrans" cxnId="{20E56BD7-C0DB-47BF-8747-0BDBDDF4AA29}">
      <dgm:prSet/>
      <dgm:spPr/>
      <dgm:t>
        <a:bodyPr/>
        <a:lstStyle/>
        <a:p>
          <a:endParaRPr lang="en-US"/>
        </a:p>
      </dgm:t>
    </dgm:pt>
    <dgm:pt modelId="{4A435300-C749-4B3D-BA2C-C0FE1C0F5296}">
      <dgm:prSet phldrT="[Text]" phldr="0"/>
      <dgm:spPr/>
      <dgm:t>
        <a:bodyPr/>
        <a:lstStyle/>
        <a:p>
          <a:pPr rtl="0"/>
          <a:r>
            <a:rPr lang="en-US" b="1" dirty="0">
              <a:latin typeface="Aptos Display"/>
            </a:rPr>
            <a:t>Sai </a:t>
          </a:r>
          <a:r>
            <a:rPr lang="en-US" b="1" dirty="0" err="1">
              <a:latin typeface="Aptos Display"/>
            </a:rPr>
            <a:t>Rishigna</a:t>
          </a:r>
          <a:r>
            <a:rPr lang="en-US" b="1" dirty="0">
              <a:latin typeface="Aptos Display"/>
            </a:rPr>
            <a:t> (Sales)</a:t>
          </a:r>
        </a:p>
      </dgm:t>
    </dgm:pt>
    <dgm:pt modelId="{2FE2D6C0-D589-497F-84BD-7F27691DAC6B}" type="parTrans" cxnId="{39E418C5-5E13-4707-841E-E3BD90A2930D}">
      <dgm:prSet/>
      <dgm:spPr/>
      <dgm:t>
        <a:bodyPr/>
        <a:lstStyle/>
        <a:p>
          <a:endParaRPr lang="en-US"/>
        </a:p>
      </dgm:t>
    </dgm:pt>
    <dgm:pt modelId="{56525927-4790-49C8-896E-BD20269088CA}" type="sibTrans" cxnId="{39E418C5-5E13-4707-841E-E3BD90A2930D}">
      <dgm:prSet/>
      <dgm:spPr/>
      <dgm:t>
        <a:bodyPr/>
        <a:lstStyle/>
        <a:p>
          <a:endParaRPr lang="en-US"/>
        </a:p>
      </dgm:t>
    </dgm:pt>
    <dgm:pt modelId="{9A88CC71-6A2F-4F59-A602-AF182F800C8B}">
      <dgm:prSet phldr="0"/>
      <dgm:spPr/>
      <dgm:t>
        <a:bodyPr/>
        <a:lstStyle/>
        <a:p>
          <a:pPr rtl="0"/>
          <a:r>
            <a:rPr lang="en-US" b="1" dirty="0">
              <a:latin typeface="Aptos Display" panose="020F0302020204030204"/>
            </a:rPr>
            <a:t>Rajesh Vattikuti (Pune Center)</a:t>
          </a:r>
          <a:endParaRPr lang="en-US" b="1" dirty="0"/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4F37C11B-8CE9-478D-8CE1-1606637234AD}" type="pres">
      <dgm:prSet presAssocID="{96EC0E2F-41AE-4DFE-A02C-DFC7F610D75A}" presName="diagram" presStyleCnt="0">
        <dgm:presLayoutVars>
          <dgm:dir/>
          <dgm:resizeHandles val="exact"/>
        </dgm:presLayoutVars>
      </dgm:prSet>
      <dgm:spPr/>
    </dgm:pt>
    <dgm:pt modelId="{4966D761-5767-4C21-B324-4A9CFA297A2A}" type="pres">
      <dgm:prSet presAssocID="{4309E7CC-0A70-4218-B32F-3B2A1F824B19}" presName="node" presStyleLbl="node1" presStyleIdx="0" presStyleCnt="3">
        <dgm:presLayoutVars>
          <dgm:bulletEnabled val="1"/>
        </dgm:presLayoutVars>
      </dgm:prSet>
      <dgm:spPr/>
    </dgm:pt>
    <dgm:pt modelId="{6C021876-0B61-4A2D-BA97-93B8EF809254}" type="pres">
      <dgm:prSet presAssocID="{B14BB398-3596-4C98-9683-F9C0E0946597}" presName="sibTrans" presStyleCnt="0"/>
      <dgm:spPr/>
    </dgm:pt>
    <dgm:pt modelId="{C1863AC8-4659-4BAF-A4EC-443A49A157C9}" type="pres">
      <dgm:prSet presAssocID="{9A88CC71-6A2F-4F59-A602-AF182F800C8B}" presName="node" presStyleLbl="node1" presStyleIdx="1" presStyleCnt="3">
        <dgm:presLayoutVars>
          <dgm:bulletEnabled val="1"/>
        </dgm:presLayoutVars>
      </dgm:prSet>
      <dgm:spPr/>
    </dgm:pt>
    <dgm:pt modelId="{62412C1F-799F-452B-BCDB-CB4C52B616BC}" type="pres">
      <dgm:prSet presAssocID="{5C1F017D-75E8-4321-A11A-E11A426D130E}" presName="sibTrans" presStyleCnt="0"/>
      <dgm:spPr/>
    </dgm:pt>
    <dgm:pt modelId="{938F0580-5DD2-4A76-914C-512FA150A03C}" type="pres">
      <dgm:prSet presAssocID="{4A435300-C749-4B3D-BA2C-C0FE1C0F5296}" presName="node" presStyleLbl="node1" presStyleIdx="2" presStyleCnt="3">
        <dgm:presLayoutVars>
          <dgm:bulletEnabled val="1"/>
        </dgm:presLayoutVars>
      </dgm:prSet>
      <dgm:spPr/>
    </dgm:pt>
  </dgm:ptLst>
  <dgm:cxnLst>
    <dgm:cxn modelId="{1EC74A2D-02E5-4543-89CD-7B51A6DACEB1}" type="presOf" srcId="{4A435300-C749-4B3D-BA2C-C0FE1C0F5296}" destId="{938F0580-5DD2-4A76-914C-512FA150A03C}" srcOrd="0" destOrd="0" presId="urn:microsoft.com/office/officeart/2005/8/layout/default"/>
    <dgm:cxn modelId="{661F7733-A61E-4C22-AA6C-D4D5A90A69E4}" type="presOf" srcId="{4309E7CC-0A70-4218-B32F-3B2A1F824B19}" destId="{4966D761-5767-4C21-B324-4A9CFA297A2A}" srcOrd="0" destOrd="0" presId="urn:microsoft.com/office/officeart/2005/8/layout/default"/>
    <dgm:cxn modelId="{39E418C5-5E13-4707-841E-E3BD90A2930D}" srcId="{96EC0E2F-41AE-4DFE-A02C-DFC7F610D75A}" destId="{4A435300-C749-4B3D-BA2C-C0FE1C0F5296}" srcOrd="2" destOrd="0" parTransId="{2FE2D6C0-D589-497F-84BD-7F27691DAC6B}" sibTransId="{56525927-4790-49C8-896E-BD20269088CA}"/>
    <dgm:cxn modelId="{3C7292C7-41EE-4DBF-BBDD-8C5070682F11}" type="presOf" srcId="{96EC0E2F-41AE-4DFE-A02C-DFC7F610D75A}" destId="{4F37C11B-8CE9-478D-8CE1-1606637234AD}" srcOrd="0" destOrd="0" presId="urn:microsoft.com/office/officeart/2005/8/layout/default"/>
    <dgm:cxn modelId="{A1CBC9D2-BB53-43A9-951C-D8E15FA8745A}" srcId="{96EC0E2F-41AE-4DFE-A02C-DFC7F610D75A}" destId="{9A88CC71-6A2F-4F59-A602-AF182F800C8B}" srcOrd="1" destOrd="0" parTransId="{9AF03388-9C2C-4D11-99ED-EF636C450CB8}" sibTransId="{5C1F017D-75E8-4321-A11A-E11A426D130E}"/>
    <dgm:cxn modelId="{20E56BD7-C0DB-47BF-8747-0BDBDDF4AA29}" srcId="{96EC0E2F-41AE-4DFE-A02C-DFC7F610D75A}" destId="{4309E7CC-0A70-4218-B32F-3B2A1F824B19}" srcOrd="0" destOrd="0" parTransId="{E227787F-45B7-4D0D-8F59-72E2ACA7366E}" sibTransId="{B14BB398-3596-4C98-9683-F9C0E0946597}"/>
    <dgm:cxn modelId="{B6FA80F1-B266-4D09-9785-8EC60385239B}" type="presOf" srcId="{9A88CC71-6A2F-4F59-A602-AF182F800C8B}" destId="{C1863AC8-4659-4BAF-A4EC-443A49A157C9}" srcOrd="0" destOrd="0" presId="urn:microsoft.com/office/officeart/2005/8/layout/default"/>
    <dgm:cxn modelId="{A4D2C13A-86E1-4545-8340-52C10BFE3483}" type="presParOf" srcId="{4F37C11B-8CE9-478D-8CE1-1606637234AD}" destId="{4966D761-5767-4C21-B324-4A9CFA297A2A}" srcOrd="0" destOrd="0" presId="urn:microsoft.com/office/officeart/2005/8/layout/default"/>
    <dgm:cxn modelId="{CB9278D6-01C9-4136-9784-591B09C1D5CC}" type="presParOf" srcId="{4F37C11B-8CE9-478D-8CE1-1606637234AD}" destId="{6C021876-0B61-4A2D-BA97-93B8EF809254}" srcOrd="1" destOrd="0" presId="urn:microsoft.com/office/officeart/2005/8/layout/default"/>
    <dgm:cxn modelId="{EBDE79B8-5E98-482C-8D66-2E8A7481F2FB}" type="presParOf" srcId="{4F37C11B-8CE9-478D-8CE1-1606637234AD}" destId="{C1863AC8-4659-4BAF-A4EC-443A49A157C9}" srcOrd="2" destOrd="0" presId="urn:microsoft.com/office/officeart/2005/8/layout/default"/>
    <dgm:cxn modelId="{FBF3D07F-132B-44DD-BF28-851E2C222E19}" type="presParOf" srcId="{4F37C11B-8CE9-478D-8CE1-1606637234AD}" destId="{62412C1F-799F-452B-BCDB-CB4C52B616BC}" srcOrd="3" destOrd="0" presId="urn:microsoft.com/office/officeart/2005/8/layout/default"/>
    <dgm:cxn modelId="{EFD6CAA0-099A-45CF-A40B-B9DB8CB2FC16}" type="presParOf" srcId="{4F37C11B-8CE9-478D-8CE1-1606637234AD}" destId="{938F0580-5DD2-4A76-914C-512FA150A03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lProcess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0" dirty="0">
              <a:latin typeface="Times"/>
              <a:ea typeface="+mn-ea"/>
              <a:cs typeface="+mn-cs"/>
            </a:rPr>
            <a:t>Rich </a:t>
          </a: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ILG 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8ABE2667-765D-4603-ACEC-D078DF08482F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 err="1">
              <a:latin typeface="Times"/>
              <a:ea typeface="+mn-ea"/>
              <a:cs typeface="+mn-cs"/>
            </a:rPr>
            <a:t>Natwest</a:t>
          </a:r>
          <a:r>
            <a:rPr lang="en-US" sz="3300" b="1" dirty="0">
              <a:latin typeface="Times"/>
              <a:ea typeface="+mn-ea"/>
              <a:cs typeface="+mn-cs"/>
            </a:rPr>
            <a:t> </a:t>
          </a:r>
        </a:p>
      </dgm:t>
    </dgm:pt>
    <dgm:pt modelId="{79478C74-D7DA-4C11-A724-051EC6C4FA93}" type="parTrans" cxnId="{8BCE0C57-DD98-442F-A787-5ECCD6264773}">
      <dgm:prSet/>
      <dgm:spPr/>
    </dgm:pt>
    <dgm:pt modelId="{304E290A-774B-404E-AA4A-466FF373A97E}" type="sibTrans" cxnId="{8BCE0C57-DD98-442F-A787-5ECCD6264773}">
      <dgm:prSet/>
      <dgm:spPr/>
    </dgm:pt>
    <dgm:pt modelId="{F370F2B3-02CD-4CE1-B056-C6CF713D2EBF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600" b="1" dirty="0">
              <a:latin typeface="Times"/>
              <a:ea typeface="+mn-ea"/>
              <a:cs typeface="+mn-cs"/>
            </a:rPr>
            <a:t>03 </a:t>
          </a:r>
        </a:p>
      </dgm:t>
    </dgm:pt>
    <dgm:pt modelId="{73554D43-1550-4301-9BB5-AC2FB5697FE9}" type="parTrans" cxnId="{59C276BE-BD16-4ACC-9AD4-B8D2D81BAF5D}">
      <dgm:prSet/>
      <dgm:spPr/>
    </dgm:pt>
    <dgm:pt modelId="{03F3651E-9344-41CA-915C-8081AB568DE6}" type="sibTrans" cxnId="{59C276BE-BD16-4ACC-9AD4-B8D2D81BAF5D}">
      <dgm:prSet/>
      <dgm:spPr/>
    </dgm:pt>
    <dgm:pt modelId="{ED98E100-C8E5-4695-A877-F5AE930D9931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900" b="1" dirty="0">
              <a:latin typeface="Times"/>
              <a:ea typeface="+mn-ea"/>
              <a:cs typeface="+mn-cs"/>
            </a:rPr>
            <a:t>04 </a:t>
          </a:r>
        </a:p>
      </dgm:t>
    </dgm:pt>
    <dgm:pt modelId="{CF7A680F-79C6-4994-AF94-C76C2D57FE1F}" type="parTrans" cxnId="{B014D1E9-1577-4513-B94A-C62810E0A181}">
      <dgm:prSet/>
      <dgm:spPr/>
    </dgm:pt>
    <dgm:pt modelId="{7109D0D0-4394-4D7C-9D31-C9D3D6930F9A}" type="sibTrans" cxnId="{B014D1E9-1577-4513-B94A-C62810E0A181}">
      <dgm:prSet/>
      <dgm:spPr/>
    </dgm:pt>
    <dgm:pt modelId="{1805D294-577F-456C-9751-CC5901B83D65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900" b="1" dirty="0">
              <a:latin typeface="Times"/>
              <a:ea typeface="+mn-ea"/>
              <a:cs typeface="+mn-cs"/>
            </a:rPr>
            <a:t>05 </a:t>
          </a:r>
          <a:endParaRPr lang="en-US" dirty="0"/>
        </a:p>
      </dgm:t>
    </dgm:pt>
    <dgm:pt modelId="{2AE1366D-8742-4AA2-860E-C57F1A0B5A87}" type="parTrans" cxnId="{A3B634A5-94B9-4FBD-803F-4DA4F53C3DAF}">
      <dgm:prSet/>
      <dgm:spPr/>
    </dgm:pt>
    <dgm:pt modelId="{543AC125-CF11-4B0C-8385-6D786760E1D0}" type="sibTrans" cxnId="{A3B634A5-94B9-4FBD-803F-4DA4F53C3DAF}">
      <dgm:prSet/>
      <dgm:spPr/>
    </dgm:pt>
    <dgm:pt modelId="{C21EE18B-4576-464A-AD56-C4085741CA10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2900" b="1" dirty="0">
              <a:latin typeface="Times"/>
              <a:ea typeface="+mn-ea"/>
              <a:cs typeface="+mn-cs"/>
            </a:rPr>
            <a:t>02</a:t>
          </a:r>
        </a:p>
      </dgm:t>
    </dgm:pt>
    <dgm:pt modelId="{1F6904F0-601B-4079-891B-5E650642DAF2}" type="parTrans" cxnId="{79C9AFED-E1BC-402B-B07E-73D820764F31}">
      <dgm:prSet/>
      <dgm:spPr/>
    </dgm:pt>
    <dgm:pt modelId="{A8DFE4FD-4615-4ACF-B0BD-A6727B3AC11D}" type="sibTrans" cxnId="{79C9AFED-E1BC-402B-B07E-73D820764F31}">
      <dgm:prSet/>
      <dgm:spPr/>
    </dgm:pt>
    <dgm:pt modelId="{7A9E5EE9-5CB6-484B-B293-72E6F4E122DC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 err="1">
              <a:latin typeface="Times"/>
              <a:ea typeface="+mn-ea"/>
              <a:cs typeface="+mn-cs"/>
            </a:rPr>
            <a:t>Prowesss</a:t>
          </a:r>
        </a:p>
      </dgm:t>
    </dgm:pt>
    <dgm:pt modelId="{6B68D29D-6E92-4A83-BA88-A6743819203F}" type="parTrans" cxnId="{10710F2E-C1D7-4CBE-9EE1-F9A06DC0E927}">
      <dgm:prSet/>
      <dgm:spPr/>
    </dgm:pt>
    <dgm:pt modelId="{43EDFE83-75E1-4032-A2C9-6E84B9B1BFB1}" type="sibTrans" cxnId="{10710F2E-C1D7-4CBE-9EE1-F9A06DC0E927}">
      <dgm:prSet/>
      <dgm:spPr/>
    </dgm:pt>
    <dgm:pt modelId="{84348607-0D8A-4D5B-B6DA-61DE7C40B19B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Amaravati</a:t>
          </a:r>
        </a:p>
      </dgm:t>
    </dgm:pt>
    <dgm:pt modelId="{41F7D11F-278F-438D-AE59-D8A8A4442835}" type="parTrans" cxnId="{3AA10061-E7B4-40E5-82A4-5DC6E1A115C0}">
      <dgm:prSet/>
      <dgm:spPr/>
    </dgm:pt>
    <dgm:pt modelId="{35607205-EB8B-41E1-9C2F-BAA550D3D6AA}" type="sibTrans" cxnId="{3AA10061-E7B4-40E5-82A4-5DC6E1A115C0}">
      <dgm:prSet/>
      <dgm:spPr/>
    </dgm:pt>
    <dgm:pt modelId="{899775FB-BD94-4350-B01D-7C7F8A455900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2900" b="1" dirty="0">
              <a:latin typeface="Times"/>
              <a:ea typeface="+mn-ea"/>
              <a:cs typeface="+mn-cs"/>
            </a:rPr>
            <a:t>05</a:t>
          </a:r>
        </a:p>
      </dgm:t>
    </dgm:pt>
    <dgm:pt modelId="{6BD91667-44F8-412A-A498-DBE316D754AB}" type="parTrans" cxnId="{893793AC-F8C1-433F-AAA3-7AE6C5A7162E}">
      <dgm:prSet/>
      <dgm:spPr/>
    </dgm:pt>
    <dgm:pt modelId="{2106310F-9C8A-4413-B309-CA73527CCA1E}" type="sibTrans" cxnId="{893793AC-F8C1-433F-AAA3-7AE6C5A7162E}">
      <dgm:prSet/>
      <dgm:spPr/>
    </dgm:pt>
    <dgm:pt modelId="{354618F4-4A29-4B08-8A54-9BE9002685CF}" type="pres">
      <dgm:prSet presAssocID="{96EC0E2F-41AE-4DFE-A02C-DFC7F610D75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80F9C52-0485-40E2-AA0D-8799FF050AAB}" type="pres">
      <dgm:prSet presAssocID="{9A88CC71-6A2F-4F59-A602-AF182F800C8B}" presName="horFlow" presStyleCnt="0"/>
      <dgm:spPr/>
    </dgm:pt>
    <dgm:pt modelId="{BBF65424-EC4D-4817-8CC1-2514A14D4EB4}" type="pres">
      <dgm:prSet presAssocID="{9A88CC71-6A2F-4F59-A602-AF182F800C8B}" presName="bigChev" presStyleLbl="node1" presStyleIdx="0" presStyleCnt="5"/>
      <dgm:spPr/>
    </dgm:pt>
    <dgm:pt modelId="{EE28B56A-EA38-4B1F-A9E9-C765400210FE}" type="pres">
      <dgm:prSet presAssocID="{73554D43-1550-4301-9BB5-AC2FB5697FE9}" presName="parTrans" presStyleCnt="0"/>
      <dgm:spPr/>
    </dgm:pt>
    <dgm:pt modelId="{734A009F-C1AB-4D58-B768-AD0356CBF39A}" type="pres">
      <dgm:prSet presAssocID="{F370F2B3-02CD-4CE1-B056-C6CF713D2EBF}" presName="node" presStyleLbl="alignAccFollowNode1" presStyleIdx="0" presStyleCnt="5">
        <dgm:presLayoutVars>
          <dgm:bulletEnabled val="1"/>
        </dgm:presLayoutVars>
      </dgm:prSet>
      <dgm:spPr/>
    </dgm:pt>
    <dgm:pt modelId="{3B540510-7169-4912-B147-F4D536D2E379}" type="pres">
      <dgm:prSet presAssocID="{9A88CC71-6A2F-4F59-A602-AF182F800C8B}" presName="vSp" presStyleCnt="0"/>
      <dgm:spPr/>
    </dgm:pt>
    <dgm:pt modelId="{6F073728-C2E4-46ED-91E2-5376D14219F3}" type="pres">
      <dgm:prSet presAssocID="{9E9144D7-D3AF-46F4-8210-87797C2966D9}" presName="horFlow" presStyleCnt="0"/>
      <dgm:spPr/>
    </dgm:pt>
    <dgm:pt modelId="{AAD51A27-3B7B-4226-B524-7F1CA74D8EB7}" type="pres">
      <dgm:prSet presAssocID="{9E9144D7-D3AF-46F4-8210-87797C2966D9}" presName="bigChev" presStyleLbl="node1" presStyleIdx="1" presStyleCnt="5"/>
      <dgm:spPr/>
    </dgm:pt>
    <dgm:pt modelId="{A041A04E-D045-4FE9-BA57-03090800479D}" type="pres">
      <dgm:prSet presAssocID="{CF7A680F-79C6-4994-AF94-C76C2D57FE1F}" presName="parTrans" presStyleCnt="0"/>
      <dgm:spPr/>
    </dgm:pt>
    <dgm:pt modelId="{9406FBF0-0E66-4B75-9E5F-E03B4AD1CDB7}" type="pres">
      <dgm:prSet presAssocID="{ED98E100-C8E5-4695-A877-F5AE930D9931}" presName="node" presStyleLbl="alignAccFollowNode1" presStyleIdx="1" presStyleCnt="5">
        <dgm:presLayoutVars>
          <dgm:bulletEnabled val="1"/>
        </dgm:presLayoutVars>
      </dgm:prSet>
      <dgm:spPr/>
    </dgm:pt>
    <dgm:pt modelId="{E526088B-A437-4CE0-B043-8573B736B1D2}" type="pres">
      <dgm:prSet presAssocID="{9E9144D7-D3AF-46F4-8210-87797C2966D9}" presName="vSp" presStyleCnt="0"/>
      <dgm:spPr/>
    </dgm:pt>
    <dgm:pt modelId="{5F41557F-7BAC-445A-9259-3B959D65EF79}" type="pres">
      <dgm:prSet presAssocID="{8ABE2667-765D-4603-ACEC-D078DF08482F}" presName="horFlow" presStyleCnt="0"/>
      <dgm:spPr/>
    </dgm:pt>
    <dgm:pt modelId="{EA7B5704-A530-4B83-ACE9-0FB526A444CA}" type="pres">
      <dgm:prSet presAssocID="{8ABE2667-765D-4603-ACEC-D078DF08482F}" presName="bigChev" presStyleLbl="node1" presStyleIdx="2" presStyleCnt="5"/>
      <dgm:spPr/>
    </dgm:pt>
    <dgm:pt modelId="{9D1EAD97-BE5D-462B-B3B8-E94F5A036B69}" type="pres">
      <dgm:prSet presAssocID="{2AE1366D-8742-4AA2-860E-C57F1A0B5A87}" presName="parTrans" presStyleCnt="0"/>
      <dgm:spPr/>
    </dgm:pt>
    <dgm:pt modelId="{1E0A1652-4673-4A69-90E4-CC4FD729B074}" type="pres">
      <dgm:prSet presAssocID="{1805D294-577F-456C-9751-CC5901B83D65}" presName="node" presStyleLbl="alignAccFollowNode1" presStyleIdx="2" presStyleCnt="5">
        <dgm:presLayoutVars>
          <dgm:bulletEnabled val="1"/>
        </dgm:presLayoutVars>
      </dgm:prSet>
      <dgm:spPr/>
    </dgm:pt>
    <dgm:pt modelId="{1E4A731C-A159-4D37-BA59-08181F3DF419}" type="pres">
      <dgm:prSet presAssocID="{8ABE2667-765D-4603-ACEC-D078DF08482F}" presName="vSp" presStyleCnt="0"/>
      <dgm:spPr/>
    </dgm:pt>
    <dgm:pt modelId="{E3B1E0EA-E0E0-414B-A045-922EE5E6C167}" type="pres">
      <dgm:prSet presAssocID="{7A9E5EE9-5CB6-484B-B293-72E6F4E122DC}" presName="horFlow" presStyleCnt="0"/>
      <dgm:spPr/>
    </dgm:pt>
    <dgm:pt modelId="{BCC3C8B2-0766-4F0F-AEAE-6BB11C314F48}" type="pres">
      <dgm:prSet presAssocID="{7A9E5EE9-5CB6-484B-B293-72E6F4E122DC}" presName="bigChev" presStyleLbl="node1" presStyleIdx="3" presStyleCnt="5"/>
      <dgm:spPr/>
    </dgm:pt>
    <dgm:pt modelId="{D286BDF4-CE4B-4B3C-8D81-67B3D0325D50}" type="pres">
      <dgm:prSet presAssocID="{1F6904F0-601B-4079-891B-5E650642DAF2}" presName="parTrans" presStyleCnt="0"/>
      <dgm:spPr/>
    </dgm:pt>
    <dgm:pt modelId="{71600CC0-473C-42AF-B9C1-22FCD1218E0F}" type="pres">
      <dgm:prSet presAssocID="{C21EE18B-4576-464A-AD56-C4085741CA10}" presName="node" presStyleLbl="alignAccFollowNode1" presStyleIdx="3" presStyleCnt="5">
        <dgm:presLayoutVars>
          <dgm:bulletEnabled val="1"/>
        </dgm:presLayoutVars>
      </dgm:prSet>
      <dgm:spPr/>
    </dgm:pt>
    <dgm:pt modelId="{82B660E4-CC04-4760-B846-6CD1F7C14EE0}" type="pres">
      <dgm:prSet presAssocID="{7A9E5EE9-5CB6-484B-B293-72E6F4E122DC}" presName="vSp" presStyleCnt="0"/>
      <dgm:spPr/>
    </dgm:pt>
    <dgm:pt modelId="{400A4C45-990A-473E-9EC5-89906AC1F4EB}" type="pres">
      <dgm:prSet presAssocID="{84348607-0D8A-4D5B-B6DA-61DE7C40B19B}" presName="horFlow" presStyleCnt="0"/>
      <dgm:spPr/>
    </dgm:pt>
    <dgm:pt modelId="{D4D367DD-2DF0-41BD-B06D-232149CDA8FC}" type="pres">
      <dgm:prSet presAssocID="{84348607-0D8A-4D5B-B6DA-61DE7C40B19B}" presName="bigChev" presStyleLbl="node1" presStyleIdx="4" presStyleCnt="5"/>
      <dgm:spPr/>
    </dgm:pt>
    <dgm:pt modelId="{46C551F2-1A94-49F4-BB1A-56AD9671EBDB}" type="pres">
      <dgm:prSet presAssocID="{6BD91667-44F8-412A-A498-DBE316D754AB}" presName="parTrans" presStyleCnt="0"/>
      <dgm:spPr/>
    </dgm:pt>
    <dgm:pt modelId="{C103B8E7-1BED-41D1-A637-9FAB29B0CB05}" type="pres">
      <dgm:prSet presAssocID="{899775FB-BD94-4350-B01D-7C7F8A455900}" presName="node" presStyleLbl="alignAccFollowNode1" presStyleIdx="4" presStyleCnt="5">
        <dgm:presLayoutVars>
          <dgm:bulletEnabled val="1"/>
        </dgm:presLayoutVars>
      </dgm:prSet>
      <dgm:spPr/>
    </dgm:pt>
  </dgm:ptLst>
  <dgm:cxnLst>
    <dgm:cxn modelId="{B5465B1D-7402-487A-9BE2-BB3A864835D3}" type="presOf" srcId="{8ABE2667-765D-4603-ACEC-D078DF08482F}" destId="{EA7B5704-A530-4B83-ACE9-0FB526A444CA}" srcOrd="0" destOrd="0" presId="urn:microsoft.com/office/officeart/2005/8/layout/lProcess3"/>
    <dgm:cxn modelId="{10710F2E-C1D7-4CBE-9EE1-F9A06DC0E927}" srcId="{96EC0E2F-41AE-4DFE-A02C-DFC7F610D75A}" destId="{7A9E5EE9-5CB6-484B-B293-72E6F4E122DC}" srcOrd="3" destOrd="0" parTransId="{6B68D29D-6E92-4A83-BA88-A6743819203F}" sibTransId="{43EDFE83-75E1-4032-A2C9-6E84B9B1BFB1}"/>
    <dgm:cxn modelId="{32006C34-C23E-4329-8224-FBF72DF49A70}" type="presOf" srcId="{96EC0E2F-41AE-4DFE-A02C-DFC7F610D75A}" destId="{354618F4-4A29-4B08-8A54-9BE9002685CF}" srcOrd="0" destOrd="0" presId="urn:microsoft.com/office/officeart/2005/8/layout/lProcess3"/>
    <dgm:cxn modelId="{CA809036-6774-4DE6-8222-D32326C080B2}" type="presOf" srcId="{84348607-0D8A-4D5B-B6DA-61DE7C40B19B}" destId="{D4D367DD-2DF0-41BD-B06D-232149CDA8FC}" srcOrd="0" destOrd="0" presId="urn:microsoft.com/office/officeart/2005/8/layout/lProcess3"/>
    <dgm:cxn modelId="{3AA10061-E7B4-40E5-82A4-5DC6E1A115C0}" srcId="{96EC0E2F-41AE-4DFE-A02C-DFC7F610D75A}" destId="{84348607-0D8A-4D5B-B6DA-61DE7C40B19B}" srcOrd="4" destOrd="0" parTransId="{41F7D11F-278F-438D-AE59-D8A8A4442835}" sibTransId="{35607205-EB8B-41E1-9C2F-BAA550D3D6AA}"/>
    <dgm:cxn modelId="{E6072963-F8A0-4926-BC04-B17B62BA1752}" type="presOf" srcId="{899775FB-BD94-4350-B01D-7C7F8A455900}" destId="{C103B8E7-1BED-41D1-A637-9FAB29B0CB05}" srcOrd="0" destOrd="0" presId="urn:microsoft.com/office/officeart/2005/8/layout/lProcess3"/>
    <dgm:cxn modelId="{5C4FB04C-F8BB-4D98-9929-8315F6EC0652}" type="presOf" srcId="{9A88CC71-6A2F-4F59-A602-AF182F800C8B}" destId="{BBF65424-EC4D-4817-8CC1-2514A14D4EB4}" srcOrd="0" destOrd="0" presId="urn:microsoft.com/office/officeart/2005/8/layout/lProcess3"/>
    <dgm:cxn modelId="{406AD16C-5BB2-4DF1-884F-CB82D578FE98}" type="presOf" srcId="{9E9144D7-D3AF-46F4-8210-87797C2966D9}" destId="{AAD51A27-3B7B-4226-B524-7F1CA74D8EB7}" srcOrd="0" destOrd="0" presId="urn:microsoft.com/office/officeart/2005/8/layout/lProcess3"/>
    <dgm:cxn modelId="{1C38B350-FE64-4608-85DF-53B393032F23}" srcId="{96EC0E2F-41AE-4DFE-A02C-DFC7F610D75A}" destId="{9E9144D7-D3AF-46F4-8210-87797C2966D9}" srcOrd="1" destOrd="0" parTransId="{F022CE44-D7B8-4EB8-AB25-BC6BE838E97C}" sibTransId="{C6E34F8A-3C2B-40A3-B7A1-E7D48E76BE46}"/>
    <dgm:cxn modelId="{E4F99256-15DD-4BA9-B06D-BCFEF9AE2643}" type="presOf" srcId="{C21EE18B-4576-464A-AD56-C4085741CA10}" destId="{71600CC0-473C-42AF-B9C1-22FCD1218E0F}" srcOrd="0" destOrd="0" presId="urn:microsoft.com/office/officeart/2005/8/layout/lProcess3"/>
    <dgm:cxn modelId="{8BCE0C57-DD98-442F-A787-5ECCD6264773}" srcId="{96EC0E2F-41AE-4DFE-A02C-DFC7F610D75A}" destId="{8ABE2667-765D-4603-ACEC-D078DF08482F}" srcOrd="2" destOrd="0" parTransId="{79478C74-D7DA-4C11-A724-051EC6C4FA93}" sibTransId="{304E290A-774B-404E-AA4A-466FF373A97E}"/>
    <dgm:cxn modelId="{E815CB84-7C17-45F4-B5A5-AFC2889366B9}" type="presOf" srcId="{F370F2B3-02CD-4CE1-B056-C6CF713D2EBF}" destId="{734A009F-C1AB-4D58-B768-AD0356CBF39A}" srcOrd="0" destOrd="0" presId="urn:microsoft.com/office/officeart/2005/8/layout/lProcess3"/>
    <dgm:cxn modelId="{A3B634A5-94B9-4FBD-803F-4DA4F53C3DAF}" srcId="{8ABE2667-765D-4603-ACEC-D078DF08482F}" destId="{1805D294-577F-456C-9751-CC5901B83D65}" srcOrd="0" destOrd="0" parTransId="{2AE1366D-8742-4AA2-860E-C57F1A0B5A87}" sibTransId="{543AC125-CF11-4B0C-8385-6D786760E1D0}"/>
    <dgm:cxn modelId="{893793AC-F8C1-433F-AAA3-7AE6C5A7162E}" srcId="{84348607-0D8A-4D5B-B6DA-61DE7C40B19B}" destId="{899775FB-BD94-4350-B01D-7C7F8A455900}" srcOrd="0" destOrd="0" parTransId="{6BD91667-44F8-412A-A498-DBE316D754AB}" sibTransId="{2106310F-9C8A-4413-B309-CA73527CCA1E}"/>
    <dgm:cxn modelId="{59C276BE-BD16-4ACC-9AD4-B8D2D81BAF5D}" srcId="{9A88CC71-6A2F-4F59-A602-AF182F800C8B}" destId="{F370F2B3-02CD-4CE1-B056-C6CF713D2EBF}" srcOrd="0" destOrd="0" parTransId="{73554D43-1550-4301-9BB5-AC2FB5697FE9}" sibTransId="{03F3651E-9344-41CA-915C-8081AB568DE6}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2C2FBDD6-BF7B-4AEB-BD48-6F2F2362F7C6}" type="presOf" srcId="{7A9E5EE9-5CB6-484B-B293-72E6F4E122DC}" destId="{BCC3C8B2-0766-4F0F-AEAE-6BB11C314F48}" srcOrd="0" destOrd="0" presId="urn:microsoft.com/office/officeart/2005/8/layout/lProcess3"/>
    <dgm:cxn modelId="{707C86E6-FFA3-4246-8251-B57851BEA67A}" type="presOf" srcId="{ED98E100-C8E5-4695-A877-F5AE930D9931}" destId="{9406FBF0-0E66-4B75-9E5F-E03B4AD1CDB7}" srcOrd="0" destOrd="0" presId="urn:microsoft.com/office/officeart/2005/8/layout/lProcess3"/>
    <dgm:cxn modelId="{B014D1E9-1577-4513-B94A-C62810E0A181}" srcId="{9E9144D7-D3AF-46F4-8210-87797C2966D9}" destId="{ED98E100-C8E5-4695-A877-F5AE930D9931}" srcOrd="0" destOrd="0" parTransId="{CF7A680F-79C6-4994-AF94-C76C2D57FE1F}" sibTransId="{7109D0D0-4394-4D7C-9D31-C9D3D6930F9A}"/>
    <dgm:cxn modelId="{79C9AFED-E1BC-402B-B07E-73D820764F31}" srcId="{7A9E5EE9-5CB6-484B-B293-72E6F4E122DC}" destId="{C21EE18B-4576-464A-AD56-C4085741CA10}" srcOrd="0" destOrd="0" parTransId="{1F6904F0-601B-4079-891B-5E650642DAF2}" sibTransId="{A8DFE4FD-4615-4ACF-B0BD-A6727B3AC11D}"/>
    <dgm:cxn modelId="{177EF9F1-561C-4227-8BBC-36477DF1EFD0}" type="presOf" srcId="{1805D294-577F-456C-9751-CC5901B83D65}" destId="{1E0A1652-4673-4A69-90E4-CC4FD729B074}" srcOrd="0" destOrd="0" presId="urn:microsoft.com/office/officeart/2005/8/layout/lProcess3"/>
    <dgm:cxn modelId="{C59A7AD5-D536-42F0-B5B9-F513791C88EF}" type="presParOf" srcId="{354618F4-4A29-4B08-8A54-9BE9002685CF}" destId="{980F9C52-0485-40E2-AA0D-8799FF050AAB}" srcOrd="0" destOrd="0" presId="urn:microsoft.com/office/officeart/2005/8/layout/lProcess3"/>
    <dgm:cxn modelId="{F11923CE-D4DD-4302-8E5A-0176A032CE31}" type="presParOf" srcId="{980F9C52-0485-40E2-AA0D-8799FF050AAB}" destId="{BBF65424-EC4D-4817-8CC1-2514A14D4EB4}" srcOrd="0" destOrd="0" presId="urn:microsoft.com/office/officeart/2005/8/layout/lProcess3"/>
    <dgm:cxn modelId="{3A500249-9642-4E74-B810-6772919ECE94}" type="presParOf" srcId="{980F9C52-0485-40E2-AA0D-8799FF050AAB}" destId="{EE28B56A-EA38-4B1F-A9E9-C765400210FE}" srcOrd="1" destOrd="0" presId="urn:microsoft.com/office/officeart/2005/8/layout/lProcess3"/>
    <dgm:cxn modelId="{7AE418AF-9DAB-47E2-83F1-5CEF0D154BD9}" type="presParOf" srcId="{980F9C52-0485-40E2-AA0D-8799FF050AAB}" destId="{734A009F-C1AB-4D58-B768-AD0356CBF39A}" srcOrd="2" destOrd="0" presId="urn:microsoft.com/office/officeart/2005/8/layout/lProcess3"/>
    <dgm:cxn modelId="{1DD48328-74AC-4EFD-9034-497F1EE8A272}" type="presParOf" srcId="{354618F4-4A29-4B08-8A54-9BE9002685CF}" destId="{3B540510-7169-4912-B147-F4D536D2E379}" srcOrd="1" destOrd="0" presId="urn:microsoft.com/office/officeart/2005/8/layout/lProcess3"/>
    <dgm:cxn modelId="{4FD8D4BA-C88B-460C-8F7D-75B54EA3857E}" type="presParOf" srcId="{354618F4-4A29-4B08-8A54-9BE9002685CF}" destId="{6F073728-C2E4-46ED-91E2-5376D14219F3}" srcOrd="2" destOrd="0" presId="urn:microsoft.com/office/officeart/2005/8/layout/lProcess3"/>
    <dgm:cxn modelId="{469A7869-24CE-4373-AC0D-57C636F2B147}" type="presParOf" srcId="{6F073728-C2E4-46ED-91E2-5376D14219F3}" destId="{AAD51A27-3B7B-4226-B524-7F1CA74D8EB7}" srcOrd="0" destOrd="0" presId="urn:microsoft.com/office/officeart/2005/8/layout/lProcess3"/>
    <dgm:cxn modelId="{A08035C7-95A1-4B3F-B208-6FC4A4C234BF}" type="presParOf" srcId="{6F073728-C2E4-46ED-91E2-5376D14219F3}" destId="{A041A04E-D045-4FE9-BA57-03090800479D}" srcOrd="1" destOrd="0" presId="urn:microsoft.com/office/officeart/2005/8/layout/lProcess3"/>
    <dgm:cxn modelId="{517A6E7B-8474-4BB1-AE36-C09F0E709A4A}" type="presParOf" srcId="{6F073728-C2E4-46ED-91E2-5376D14219F3}" destId="{9406FBF0-0E66-4B75-9E5F-E03B4AD1CDB7}" srcOrd="2" destOrd="0" presId="urn:microsoft.com/office/officeart/2005/8/layout/lProcess3"/>
    <dgm:cxn modelId="{54BC8C97-7A22-4828-8308-169E243F4440}" type="presParOf" srcId="{354618F4-4A29-4B08-8A54-9BE9002685CF}" destId="{E526088B-A437-4CE0-B043-8573B736B1D2}" srcOrd="3" destOrd="0" presId="urn:microsoft.com/office/officeart/2005/8/layout/lProcess3"/>
    <dgm:cxn modelId="{A5E79698-CF15-4BD0-94A3-766A92FF70FC}" type="presParOf" srcId="{354618F4-4A29-4B08-8A54-9BE9002685CF}" destId="{5F41557F-7BAC-445A-9259-3B959D65EF79}" srcOrd="4" destOrd="0" presId="urn:microsoft.com/office/officeart/2005/8/layout/lProcess3"/>
    <dgm:cxn modelId="{CB7F3989-C80E-4BF7-8D63-12512A1CDC0E}" type="presParOf" srcId="{5F41557F-7BAC-445A-9259-3B959D65EF79}" destId="{EA7B5704-A530-4B83-ACE9-0FB526A444CA}" srcOrd="0" destOrd="0" presId="urn:microsoft.com/office/officeart/2005/8/layout/lProcess3"/>
    <dgm:cxn modelId="{D1BB8050-5182-4D05-AEE9-CBC445E6B35B}" type="presParOf" srcId="{5F41557F-7BAC-445A-9259-3B959D65EF79}" destId="{9D1EAD97-BE5D-462B-B3B8-E94F5A036B69}" srcOrd="1" destOrd="0" presId="urn:microsoft.com/office/officeart/2005/8/layout/lProcess3"/>
    <dgm:cxn modelId="{2132689C-F1A4-464D-871D-9907AF761A85}" type="presParOf" srcId="{5F41557F-7BAC-445A-9259-3B959D65EF79}" destId="{1E0A1652-4673-4A69-90E4-CC4FD729B074}" srcOrd="2" destOrd="0" presId="urn:microsoft.com/office/officeart/2005/8/layout/lProcess3"/>
    <dgm:cxn modelId="{754BCBCE-2E33-4EC6-91FA-4CFE9DCD132B}" type="presParOf" srcId="{354618F4-4A29-4B08-8A54-9BE9002685CF}" destId="{1E4A731C-A159-4D37-BA59-08181F3DF419}" srcOrd="5" destOrd="0" presId="urn:microsoft.com/office/officeart/2005/8/layout/lProcess3"/>
    <dgm:cxn modelId="{414E8B8E-4909-4B5F-B5EA-E07799C043B8}" type="presParOf" srcId="{354618F4-4A29-4B08-8A54-9BE9002685CF}" destId="{E3B1E0EA-E0E0-414B-A045-922EE5E6C167}" srcOrd="6" destOrd="0" presId="urn:microsoft.com/office/officeart/2005/8/layout/lProcess3"/>
    <dgm:cxn modelId="{2CB967CF-8453-4EF1-AF96-5651C8671AD5}" type="presParOf" srcId="{E3B1E0EA-E0E0-414B-A045-922EE5E6C167}" destId="{BCC3C8B2-0766-4F0F-AEAE-6BB11C314F48}" srcOrd="0" destOrd="0" presId="urn:microsoft.com/office/officeart/2005/8/layout/lProcess3"/>
    <dgm:cxn modelId="{429C49D2-89A6-4A0F-B0A1-0F8A8AC3AC95}" type="presParOf" srcId="{E3B1E0EA-E0E0-414B-A045-922EE5E6C167}" destId="{D286BDF4-CE4B-4B3C-8D81-67B3D0325D50}" srcOrd="1" destOrd="0" presId="urn:microsoft.com/office/officeart/2005/8/layout/lProcess3"/>
    <dgm:cxn modelId="{DC28C1CA-B54D-42AF-98DA-713E34E8F3EA}" type="presParOf" srcId="{E3B1E0EA-E0E0-414B-A045-922EE5E6C167}" destId="{71600CC0-473C-42AF-B9C1-22FCD1218E0F}" srcOrd="2" destOrd="0" presId="urn:microsoft.com/office/officeart/2005/8/layout/lProcess3"/>
    <dgm:cxn modelId="{E5130819-A977-4423-99F3-5687646E6C4A}" type="presParOf" srcId="{354618F4-4A29-4B08-8A54-9BE9002685CF}" destId="{82B660E4-CC04-4760-B846-6CD1F7C14EE0}" srcOrd="7" destOrd="0" presId="urn:microsoft.com/office/officeart/2005/8/layout/lProcess3"/>
    <dgm:cxn modelId="{16EE19F4-AD7E-42F5-B01B-BCF91CB7EC8E}" type="presParOf" srcId="{354618F4-4A29-4B08-8A54-9BE9002685CF}" destId="{400A4C45-990A-473E-9EC5-89906AC1F4EB}" srcOrd="8" destOrd="0" presId="urn:microsoft.com/office/officeart/2005/8/layout/lProcess3"/>
    <dgm:cxn modelId="{B93B24CC-E620-4F79-9DA7-2842CA6E9EC5}" type="presParOf" srcId="{400A4C45-990A-473E-9EC5-89906AC1F4EB}" destId="{D4D367DD-2DF0-41BD-B06D-232149CDA8FC}" srcOrd="0" destOrd="0" presId="urn:microsoft.com/office/officeart/2005/8/layout/lProcess3"/>
    <dgm:cxn modelId="{33918E6D-8905-4497-92FA-886D1598DB8C}" type="presParOf" srcId="{400A4C45-990A-473E-9EC5-89906AC1F4EB}" destId="{46C551F2-1A94-49F4-BB1A-56AD9671EBDB}" srcOrd="1" destOrd="0" presId="urn:microsoft.com/office/officeart/2005/8/layout/lProcess3"/>
    <dgm:cxn modelId="{28977CBF-5107-4A4D-8764-A266708D81AE}" type="presParOf" srcId="{400A4C45-990A-473E-9EC5-89906AC1F4EB}" destId="{C103B8E7-1BED-41D1-A637-9FAB29B0CB05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pyramid2" loCatId="pyramid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Vedavyas (UI/UX)</a:t>
          </a: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Saritha (UI/UX)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8ABE2667-765D-4603-ACEC-D078DF08482F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Sravan(AI/ML)</a:t>
          </a:r>
        </a:p>
      </dgm:t>
    </dgm:pt>
    <dgm:pt modelId="{79478C74-D7DA-4C11-A724-051EC6C4FA93}" type="parTrans" cxnId="{8BCE0C57-DD98-442F-A787-5ECCD6264773}">
      <dgm:prSet/>
      <dgm:spPr/>
    </dgm:pt>
    <dgm:pt modelId="{304E290A-774B-404E-AA4A-466FF373A97E}" type="sibTrans" cxnId="{8BCE0C57-DD98-442F-A787-5ECCD6264773}">
      <dgm:prSet/>
      <dgm:spPr/>
    </dgm:pt>
    <dgm:pt modelId="{4AD7885C-F675-4697-BB1F-A8EA4D3CEF93}" type="pres">
      <dgm:prSet presAssocID="{96EC0E2F-41AE-4DFE-A02C-DFC7F610D75A}" presName="compositeShape" presStyleCnt="0">
        <dgm:presLayoutVars>
          <dgm:dir/>
          <dgm:resizeHandles/>
        </dgm:presLayoutVars>
      </dgm:prSet>
      <dgm:spPr/>
    </dgm:pt>
    <dgm:pt modelId="{5237270C-F223-4EFC-87E0-8B3A9CC4A69E}" type="pres">
      <dgm:prSet presAssocID="{96EC0E2F-41AE-4DFE-A02C-DFC7F610D75A}" presName="pyramid" presStyleLbl="node1" presStyleIdx="0" presStyleCnt="1"/>
      <dgm:spPr/>
    </dgm:pt>
    <dgm:pt modelId="{4BA909BE-6D77-439A-A332-A9401DECF0E8}" type="pres">
      <dgm:prSet presAssocID="{96EC0E2F-41AE-4DFE-A02C-DFC7F610D75A}" presName="theList" presStyleCnt="0"/>
      <dgm:spPr/>
    </dgm:pt>
    <dgm:pt modelId="{12A1E172-EE9F-426F-9A9F-7E302A9E4EE1}" type="pres">
      <dgm:prSet presAssocID="{9A88CC71-6A2F-4F59-A602-AF182F800C8B}" presName="aNode" presStyleLbl="fgAcc1" presStyleIdx="0" presStyleCnt="3">
        <dgm:presLayoutVars>
          <dgm:bulletEnabled val="1"/>
        </dgm:presLayoutVars>
      </dgm:prSet>
      <dgm:spPr/>
    </dgm:pt>
    <dgm:pt modelId="{7518F5D7-6629-4427-93FC-E6291644C8F3}" type="pres">
      <dgm:prSet presAssocID="{9A88CC71-6A2F-4F59-A602-AF182F800C8B}" presName="aSpace" presStyleCnt="0"/>
      <dgm:spPr/>
    </dgm:pt>
    <dgm:pt modelId="{F322D098-DC09-41B7-B256-4A1294DE7BB4}" type="pres">
      <dgm:prSet presAssocID="{9E9144D7-D3AF-46F4-8210-87797C2966D9}" presName="aNode" presStyleLbl="fgAcc1" presStyleIdx="1" presStyleCnt="3">
        <dgm:presLayoutVars>
          <dgm:bulletEnabled val="1"/>
        </dgm:presLayoutVars>
      </dgm:prSet>
      <dgm:spPr/>
    </dgm:pt>
    <dgm:pt modelId="{BB291890-72AD-44E1-9B26-B0A573DBBB8E}" type="pres">
      <dgm:prSet presAssocID="{9E9144D7-D3AF-46F4-8210-87797C2966D9}" presName="aSpace" presStyleCnt="0"/>
      <dgm:spPr/>
    </dgm:pt>
    <dgm:pt modelId="{2C405E6C-DB4A-4427-A472-A8D88324B0B8}" type="pres">
      <dgm:prSet presAssocID="{8ABE2667-765D-4603-ACEC-D078DF08482F}" presName="aNode" presStyleLbl="fgAcc1" presStyleIdx="2" presStyleCnt="3">
        <dgm:presLayoutVars>
          <dgm:bulletEnabled val="1"/>
        </dgm:presLayoutVars>
      </dgm:prSet>
      <dgm:spPr/>
    </dgm:pt>
    <dgm:pt modelId="{B46B8CDD-B4B1-4480-B6DD-C21952C5D1CA}" type="pres">
      <dgm:prSet presAssocID="{8ABE2667-765D-4603-ACEC-D078DF08482F}" presName="aSpace" presStyleCnt="0"/>
      <dgm:spPr/>
    </dgm:pt>
  </dgm:ptLst>
  <dgm:cxnLst>
    <dgm:cxn modelId="{67B3AC66-750C-4F02-939E-39C95E232D75}" type="presOf" srcId="{9A88CC71-6A2F-4F59-A602-AF182F800C8B}" destId="{12A1E172-EE9F-426F-9A9F-7E302A9E4EE1}" srcOrd="0" destOrd="0" presId="urn:microsoft.com/office/officeart/2005/8/layout/pyramid2"/>
    <dgm:cxn modelId="{8F95DE46-D6A6-48C9-AA60-065CD967D4E7}" type="presOf" srcId="{8ABE2667-765D-4603-ACEC-D078DF08482F}" destId="{2C405E6C-DB4A-4427-A472-A8D88324B0B8}" srcOrd="0" destOrd="0" presId="urn:microsoft.com/office/officeart/2005/8/layout/pyramid2"/>
    <dgm:cxn modelId="{1C38B350-FE64-4608-85DF-53B393032F23}" srcId="{96EC0E2F-41AE-4DFE-A02C-DFC7F610D75A}" destId="{9E9144D7-D3AF-46F4-8210-87797C2966D9}" srcOrd="1" destOrd="0" parTransId="{F022CE44-D7B8-4EB8-AB25-BC6BE838E97C}" sibTransId="{C6E34F8A-3C2B-40A3-B7A1-E7D48E76BE46}"/>
    <dgm:cxn modelId="{8BCE0C57-DD98-442F-A787-5ECCD6264773}" srcId="{96EC0E2F-41AE-4DFE-A02C-DFC7F610D75A}" destId="{8ABE2667-765D-4603-ACEC-D078DF08482F}" srcOrd="2" destOrd="0" parTransId="{79478C74-D7DA-4C11-A724-051EC6C4FA93}" sibTransId="{304E290A-774B-404E-AA4A-466FF373A97E}"/>
    <dgm:cxn modelId="{268CD894-8E82-42B3-A0E7-976C137F68EF}" type="presOf" srcId="{9E9144D7-D3AF-46F4-8210-87797C2966D9}" destId="{F322D098-DC09-41B7-B256-4A1294DE7BB4}" srcOrd="0" destOrd="0" presId="urn:microsoft.com/office/officeart/2005/8/layout/pyramid2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462A4EE1-6513-4471-93BB-13C45ABD567D}" type="presOf" srcId="{96EC0E2F-41AE-4DFE-A02C-DFC7F610D75A}" destId="{4AD7885C-F675-4697-BB1F-A8EA4D3CEF93}" srcOrd="0" destOrd="0" presId="urn:microsoft.com/office/officeart/2005/8/layout/pyramid2"/>
    <dgm:cxn modelId="{5FEE2283-7EE1-463E-8D61-091FA02BC5C3}" type="presParOf" srcId="{4AD7885C-F675-4697-BB1F-A8EA4D3CEF93}" destId="{5237270C-F223-4EFC-87E0-8B3A9CC4A69E}" srcOrd="0" destOrd="0" presId="urn:microsoft.com/office/officeart/2005/8/layout/pyramid2"/>
    <dgm:cxn modelId="{9D16DF0E-664D-4954-9C2E-C5AC1891E9A0}" type="presParOf" srcId="{4AD7885C-F675-4697-BB1F-A8EA4D3CEF93}" destId="{4BA909BE-6D77-439A-A332-A9401DECF0E8}" srcOrd="1" destOrd="0" presId="urn:microsoft.com/office/officeart/2005/8/layout/pyramid2"/>
    <dgm:cxn modelId="{DA20D1C9-66C6-403B-A8D5-B78236787668}" type="presParOf" srcId="{4BA909BE-6D77-439A-A332-A9401DECF0E8}" destId="{12A1E172-EE9F-426F-9A9F-7E302A9E4EE1}" srcOrd="0" destOrd="0" presId="urn:microsoft.com/office/officeart/2005/8/layout/pyramid2"/>
    <dgm:cxn modelId="{F7228955-B0A5-4070-BD2F-A7F67694FDD9}" type="presParOf" srcId="{4BA909BE-6D77-439A-A332-A9401DECF0E8}" destId="{7518F5D7-6629-4427-93FC-E6291644C8F3}" srcOrd="1" destOrd="0" presId="urn:microsoft.com/office/officeart/2005/8/layout/pyramid2"/>
    <dgm:cxn modelId="{7C7A9481-4704-4030-BFF4-F52AFBEFB2A5}" type="presParOf" srcId="{4BA909BE-6D77-439A-A332-A9401DECF0E8}" destId="{F322D098-DC09-41B7-B256-4A1294DE7BB4}" srcOrd="2" destOrd="0" presId="urn:microsoft.com/office/officeart/2005/8/layout/pyramid2"/>
    <dgm:cxn modelId="{867D4FC2-4FC0-4AA5-8941-D4EEAB82EA7D}" type="presParOf" srcId="{4BA909BE-6D77-439A-A332-A9401DECF0E8}" destId="{BB291890-72AD-44E1-9B26-B0A573DBBB8E}" srcOrd="3" destOrd="0" presId="urn:microsoft.com/office/officeart/2005/8/layout/pyramid2"/>
    <dgm:cxn modelId="{9E7BBD18-3491-49AA-9413-163261A0AEB7}" type="presParOf" srcId="{4BA909BE-6D77-439A-A332-A9401DECF0E8}" destId="{2C405E6C-DB4A-4427-A472-A8D88324B0B8}" srcOrd="4" destOrd="0" presId="urn:microsoft.com/office/officeart/2005/8/layout/pyramid2"/>
    <dgm:cxn modelId="{7B0B4602-6148-4F5E-AF4E-D572EE90A604}" type="presParOf" srcId="{4BA909BE-6D77-439A-A332-A9401DECF0E8}" destId="{B46B8CDD-B4B1-4480-B6DD-C21952C5D1C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pyramid2" loCatId="pyramid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 Yash Chavan (AI/ML)</a:t>
          </a: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Omkar </a:t>
          </a:r>
          <a:r>
            <a:rPr lang="en-US" sz="3300" b="1" dirty="0" err="1">
              <a:latin typeface="Times"/>
              <a:ea typeface="+mn-ea"/>
              <a:cs typeface="+mn-cs"/>
            </a:rPr>
            <a:t>Khadake</a:t>
          </a:r>
          <a:r>
            <a:rPr lang="en-US" sz="3300" b="1" dirty="0">
              <a:latin typeface="Times"/>
              <a:ea typeface="+mn-ea"/>
              <a:cs typeface="+mn-cs"/>
            </a:rPr>
            <a:t> (DevOps)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8ABE2667-765D-4603-ACEC-D078DF08482F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Swapnil (Back End)</a:t>
          </a:r>
        </a:p>
      </dgm:t>
    </dgm:pt>
    <dgm:pt modelId="{79478C74-D7DA-4C11-A724-051EC6C4FA93}" type="parTrans" cxnId="{8BCE0C57-DD98-442F-A787-5ECCD6264773}">
      <dgm:prSet/>
      <dgm:spPr/>
    </dgm:pt>
    <dgm:pt modelId="{304E290A-774B-404E-AA4A-466FF373A97E}" type="sibTrans" cxnId="{8BCE0C57-DD98-442F-A787-5ECCD6264773}">
      <dgm:prSet/>
      <dgm:spPr/>
    </dgm:pt>
    <dgm:pt modelId="{C3B405D4-8AD6-475D-8A63-3A18BFE9CC06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 err="1">
              <a:latin typeface="Times"/>
              <a:ea typeface="+mn-ea"/>
              <a:cs typeface="+mn-cs"/>
            </a:rPr>
            <a:t>Uhakhan</a:t>
          </a:r>
          <a:r>
            <a:rPr lang="en-US" sz="3300" b="1" dirty="0">
              <a:latin typeface="Times"/>
              <a:ea typeface="+mn-ea"/>
              <a:cs typeface="+mn-cs"/>
            </a:rPr>
            <a:t> (Testing &amp; DevOps)</a:t>
          </a:r>
        </a:p>
      </dgm:t>
    </dgm:pt>
    <dgm:pt modelId="{E9824DEF-0184-45EB-9F2F-A0F05FBC597E}" type="parTrans" cxnId="{4C187BA6-06F2-4B0E-BBEC-2A07257A59EE}">
      <dgm:prSet/>
      <dgm:spPr/>
    </dgm:pt>
    <dgm:pt modelId="{06E80DED-2B2E-4200-B9C2-EB5278CFCB92}" type="sibTrans" cxnId="{4C187BA6-06F2-4B0E-BBEC-2A07257A59EE}">
      <dgm:prSet/>
      <dgm:spPr/>
    </dgm:pt>
    <dgm:pt modelId="{4AD7885C-F675-4697-BB1F-A8EA4D3CEF93}" type="pres">
      <dgm:prSet presAssocID="{96EC0E2F-41AE-4DFE-A02C-DFC7F610D75A}" presName="compositeShape" presStyleCnt="0">
        <dgm:presLayoutVars>
          <dgm:dir/>
          <dgm:resizeHandles/>
        </dgm:presLayoutVars>
      </dgm:prSet>
      <dgm:spPr/>
    </dgm:pt>
    <dgm:pt modelId="{5237270C-F223-4EFC-87E0-8B3A9CC4A69E}" type="pres">
      <dgm:prSet presAssocID="{96EC0E2F-41AE-4DFE-A02C-DFC7F610D75A}" presName="pyramid" presStyleLbl="node1" presStyleIdx="0" presStyleCnt="1"/>
      <dgm:spPr/>
    </dgm:pt>
    <dgm:pt modelId="{4BA909BE-6D77-439A-A332-A9401DECF0E8}" type="pres">
      <dgm:prSet presAssocID="{96EC0E2F-41AE-4DFE-A02C-DFC7F610D75A}" presName="theList" presStyleCnt="0"/>
      <dgm:spPr/>
    </dgm:pt>
    <dgm:pt modelId="{12A1E172-EE9F-426F-9A9F-7E302A9E4EE1}" type="pres">
      <dgm:prSet presAssocID="{9A88CC71-6A2F-4F59-A602-AF182F800C8B}" presName="aNode" presStyleLbl="fgAcc1" presStyleIdx="0" presStyleCnt="4">
        <dgm:presLayoutVars>
          <dgm:bulletEnabled val="1"/>
        </dgm:presLayoutVars>
      </dgm:prSet>
      <dgm:spPr/>
    </dgm:pt>
    <dgm:pt modelId="{7518F5D7-6629-4427-93FC-E6291644C8F3}" type="pres">
      <dgm:prSet presAssocID="{9A88CC71-6A2F-4F59-A602-AF182F800C8B}" presName="aSpace" presStyleCnt="0"/>
      <dgm:spPr/>
    </dgm:pt>
    <dgm:pt modelId="{F322D098-DC09-41B7-B256-4A1294DE7BB4}" type="pres">
      <dgm:prSet presAssocID="{9E9144D7-D3AF-46F4-8210-87797C2966D9}" presName="aNode" presStyleLbl="fgAcc1" presStyleIdx="1" presStyleCnt="4">
        <dgm:presLayoutVars>
          <dgm:bulletEnabled val="1"/>
        </dgm:presLayoutVars>
      </dgm:prSet>
      <dgm:spPr/>
    </dgm:pt>
    <dgm:pt modelId="{BB291890-72AD-44E1-9B26-B0A573DBBB8E}" type="pres">
      <dgm:prSet presAssocID="{9E9144D7-D3AF-46F4-8210-87797C2966D9}" presName="aSpace" presStyleCnt="0"/>
      <dgm:spPr/>
    </dgm:pt>
    <dgm:pt modelId="{2C405E6C-DB4A-4427-A472-A8D88324B0B8}" type="pres">
      <dgm:prSet presAssocID="{8ABE2667-765D-4603-ACEC-D078DF08482F}" presName="aNode" presStyleLbl="fgAcc1" presStyleIdx="2" presStyleCnt="4">
        <dgm:presLayoutVars>
          <dgm:bulletEnabled val="1"/>
        </dgm:presLayoutVars>
      </dgm:prSet>
      <dgm:spPr/>
    </dgm:pt>
    <dgm:pt modelId="{B46B8CDD-B4B1-4480-B6DD-C21952C5D1CA}" type="pres">
      <dgm:prSet presAssocID="{8ABE2667-765D-4603-ACEC-D078DF08482F}" presName="aSpace" presStyleCnt="0"/>
      <dgm:spPr/>
    </dgm:pt>
    <dgm:pt modelId="{1875B568-0D83-457C-B9D3-C9566A31D168}" type="pres">
      <dgm:prSet presAssocID="{C3B405D4-8AD6-475D-8A63-3A18BFE9CC06}" presName="aNode" presStyleLbl="fgAcc1" presStyleIdx="3" presStyleCnt="4">
        <dgm:presLayoutVars>
          <dgm:bulletEnabled val="1"/>
        </dgm:presLayoutVars>
      </dgm:prSet>
      <dgm:spPr/>
    </dgm:pt>
    <dgm:pt modelId="{EE88482F-4AF1-484C-B3DD-251053C2ACD2}" type="pres">
      <dgm:prSet presAssocID="{C3B405D4-8AD6-475D-8A63-3A18BFE9CC06}" presName="aSpace" presStyleCnt="0"/>
      <dgm:spPr/>
    </dgm:pt>
  </dgm:ptLst>
  <dgm:cxnLst>
    <dgm:cxn modelId="{A83A034E-FEBE-4661-986D-6BC86C2DD758}" type="presOf" srcId="{8ABE2667-765D-4603-ACEC-D078DF08482F}" destId="{2C405E6C-DB4A-4427-A472-A8D88324B0B8}" srcOrd="0" destOrd="0" presId="urn:microsoft.com/office/officeart/2005/8/layout/pyramid2"/>
    <dgm:cxn modelId="{1C38B350-FE64-4608-85DF-53B393032F23}" srcId="{96EC0E2F-41AE-4DFE-A02C-DFC7F610D75A}" destId="{9E9144D7-D3AF-46F4-8210-87797C2966D9}" srcOrd="1" destOrd="0" parTransId="{F022CE44-D7B8-4EB8-AB25-BC6BE838E97C}" sibTransId="{C6E34F8A-3C2B-40A3-B7A1-E7D48E76BE46}"/>
    <dgm:cxn modelId="{8BCE0C57-DD98-442F-A787-5ECCD6264773}" srcId="{96EC0E2F-41AE-4DFE-A02C-DFC7F610D75A}" destId="{8ABE2667-765D-4603-ACEC-D078DF08482F}" srcOrd="2" destOrd="0" parTransId="{79478C74-D7DA-4C11-A724-051EC6C4FA93}" sibTransId="{304E290A-774B-404E-AA4A-466FF373A97E}"/>
    <dgm:cxn modelId="{A6952991-8AC6-447E-9B58-D805CAFEE9D3}" type="presOf" srcId="{9E9144D7-D3AF-46F4-8210-87797C2966D9}" destId="{F322D098-DC09-41B7-B256-4A1294DE7BB4}" srcOrd="0" destOrd="0" presId="urn:microsoft.com/office/officeart/2005/8/layout/pyramid2"/>
    <dgm:cxn modelId="{D72EEE96-313A-4BA8-BBA5-86A4892903CF}" type="presOf" srcId="{9A88CC71-6A2F-4F59-A602-AF182F800C8B}" destId="{12A1E172-EE9F-426F-9A9F-7E302A9E4EE1}" srcOrd="0" destOrd="0" presId="urn:microsoft.com/office/officeart/2005/8/layout/pyramid2"/>
    <dgm:cxn modelId="{7E21B59D-D245-4C32-9F49-231BE875C8E8}" type="presOf" srcId="{C3B405D4-8AD6-475D-8A63-3A18BFE9CC06}" destId="{1875B568-0D83-457C-B9D3-C9566A31D168}" srcOrd="0" destOrd="0" presId="urn:microsoft.com/office/officeart/2005/8/layout/pyramid2"/>
    <dgm:cxn modelId="{4C187BA6-06F2-4B0E-BBEC-2A07257A59EE}" srcId="{96EC0E2F-41AE-4DFE-A02C-DFC7F610D75A}" destId="{C3B405D4-8AD6-475D-8A63-3A18BFE9CC06}" srcOrd="3" destOrd="0" parTransId="{E9824DEF-0184-45EB-9F2F-A0F05FBC597E}" sibTransId="{06E80DED-2B2E-4200-B9C2-EB5278CFCB92}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462A4EE1-6513-4471-93BB-13C45ABD567D}" type="presOf" srcId="{96EC0E2F-41AE-4DFE-A02C-DFC7F610D75A}" destId="{4AD7885C-F675-4697-BB1F-A8EA4D3CEF93}" srcOrd="0" destOrd="0" presId="urn:microsoft.com/office/officeart/2005/8/layout/pyramid2"/>
    <dgm:cxn modelId="{6667ADD0-2E44-4D04-9C3A-BBE476C96423}" type="presParOf" srcId="{4AD7885C-F675-4697-BB1F-A8EA4D3CEF93}" destId="{5237270C-F223-4EFC-87E0-8B3A9CC4A69E}" srcOrd="0" destOrd="0" presId="urn:microsoft.com/office/officeart/2005/8/layout/pyramid2"/>
    <dgm:cxn modelId="{83C4D8BE-0932-442B-A853-370E8478A9DA}" type="presParOf" srcId="{4AD7885C-F675-4697-BB1F-A8EA4D3CEF93}" destId="{4BA909BE-6D77-439A-A332-A9401DECF0E8}" srcOrd="1" destOrd="0" presId="urn:microsoft.com/office/officeart/2005/8/layout/pyramid2"/>
    <dgm:cxn modelId="{1C367E88-B5DB-469C-AF49-C87404C5AF31}" type="presParOf" srcId="{4BA909BE-6D77-439A-A332-A9401DECF0E8}" destId="{12A1E172-EE9F-426F-9A9F-7E302A9E4EE1}" srcOrd="0" destOrd="0" presId="urn:microsoft.com/office/officeart/2005/8/layout/pyramid2"/>
    <dgm:cxn modelId="{4B4DEE90-4CF3-485D-8597-EA6FE8773C5F}" type="presParOf" srcId="{4BA909BE-6D77-439A-A332-A9401DECF0E8}" destId="{7518F5D7-6629-4427-93FC-E6291644C8F3}" srcOrd="1" destOrd="0" presId="urn:microsoft.com/office/officeart/2005/8/layout/pyramid2"/>
    <dgm:cxn modelId="{E3D20486-3793-4DBA-BDF5-B36068DF02BD}" type="presParOf" srcId="{4BA909BE-6D77-439A-A332-A9401DECF0E8}" destId="{F322D098-DC09-41B7-B256-4A1294DE7BB4}" srcOrd="2" destOrd="0" presId="urn:microsoft.com/office/officeart/2005/8/layout/pyramid2"/>
    <dgm:cxn modelId="{989C2683-F81A-4A5A-B6CC-497DBB45CF22}" type="presParOf" srcId="{4BA909BE-6D77-439A-A332-A9401DECF0E8}" destId="{BB291890-72AD-44E1-9B26-B0A573DBBB8E}" srcOrd="3" destOrd="0" presId="urn:microsoft.com/office/officeart/2005/8/layout/pyramid2"/>
    <dgm:cxn modelId="{0783E966-52EE-45AE-A5DB-36D9573E2D25}" type="presParOf" srcId="{4BA909BE-6D77-439A-A332-A9401DECF0E8}" destId="{2C405E6C-DB4A-4427-A472-A8D88324B0B8}" srcOrd="4" destOrd="0" presId="urn:microsoft.com/office/officeart/2005/8/layout/pyramid2"/>
    <dgm:cxn modelId="{E7259B40-FEB3-4108-8F04-87BC00DC8B0B}" type="presParOf" srcId="{4BA909BE-6D77-439A-A332-A9401DECF0E8}" destId="{B46B8CDD-B4B1-4480-B6DD-C21952C5D1CA}" srcOrd="5" destOrd="0" presId="urn:microsoft.com/office/officeart/2005/8/layout/pyramid2"/>
    <dgm:cxn modelId="{50F19744-AFC8-4AE1-A16F-B853DC8FE921}" type="presParOf" srcId="{4BA909BE-6D77-439A-A332-A9401DECF0E8}" destId="{1875B568-0D83-457C-B9D3-C9566A31D168}" srcOrd="6" destOrd="0" presId="urn:microsoft.com/office/officeart/2005/8/layout/pyramid2"/>
    <dgm:cxn modelId="{C33891A8-F17C-401F-A2D8-BA8E4969027D}" type="presParOf" srcId="{4BA909BE-6D77-439A-A332-A9401DECF0E8}" destId="{EE88482F-4AF1-484C-B3DD-251053C2ACD2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pyramid2" loCatId="pyramid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0" dirty="0">
              <a:latin typeface="Times"/>
              <a:ea typeface="+mn-ea"/>
              <a:cs typeface="+mn-cs"/>
            </a:rPr>
            <a:t> </a:t>
          </a:r>
          <a:r>
            <a:rPr lang="en-US" sz="3300" b="0" dirty="0" err="1">
              <a:latin typeface="Times"/>
              <a:ea typeface="+mn-ea"/>
              <a:cs typeface="+mn-cs"/>
            </a:rPr>
            <a:t>Vedangee</a:t>
          </a:r>
          <a:r>
            <a:rPr lang="en-US" sz="3300" b="0" dirty="0">
              <a:latin typeface="Times"/>
              <a:ea typeface="+mn-ea"/>
              <a:cs typeface="+mn-cs"/>
            </a:rPr>
            <a:t> (UI/UX)</a:t>
          </a: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Tushar (Back End)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8ABE2667-765D-4603-ACEC-D078DF08482F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Shaik Sabu (AI/ML)</a:t>
          </a:r>
        </a:p>
      </dgm:t>
    </dgm:pt>
    <dgm:pt modelId="{79478C74-D7DA-4C11-A724-051EC6C4FA93}" type="parTrans" cxnId="{8BCE0C57-DD98-442F-A787-5ECCD6264773}">
      <dgm:prSet/>
      <dgm:spPr/>
    </dgm:pt>
    <dgm:pt modelId="{304E290A-774B-404E-AA4A-466FF373A97E}" type="sibTrans" cxnId="{8BCE0C57-DD98-442F-A787-5ECCD6264773}">
      <dgm:prSet/>
      <dgm:spPr/>
    </dgm:pt>
    <dgm:pt modelId="{C3B405D4-8AD6-475D-8A63-3A18BFE9CC06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 err="1">
              <a:latin typeface="Times"/>
              <a:ea typeface="+mn-ea"/>
              <a:cs typeface="+mn-cs"/>
            </a:rPr>
            <a:t>Chikkala</a:t>
          </a:r>
          <a:r>
            <a:rPr lang="en-US" sz="3300" b="1" dirty="0">
              <a:latin typeface="Times"/>
              <a:ea typeface="+mn-ea"/>
              <a:cs typeface="+mn-cs"/>
            </a:rPr>
            <a:t> Naresh (AI/ML)</a:t>
          </a:r>
        </a:p>
      </dgm:t>
    </dgm:pt>
    <dgm:pt modelId="{E9824DEF-0184-45EB-9F2F-A0F05FBC597E}" type="parTrans" cxnId="{4C187BA6-06F2-4B0E-BBEC-2A07257A59EE}">
      <dgm:prSet/>
      <dgm:spPr/>
    </dgm:pt>
    <dgm:pt modelId="{06E80DED-2B2E-4200-B9C2-EB5278CFCB92}" type="sibTrans" cxnId="{4C187BA6-06F2-4B0E-BBEC-2A07257A59EE}">
      <dgm:prSet/>
      <dgm:spPr/>
    </dgm:pt>
    <dgm:pt modelId="{173D0DD1-B34A-4F0D-9E0A-B18AA3B2200E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 err="1">
              <a:latin typeface="Times"/>
              <a:ea typeface="+mn-ea"/>
              <a:cs typeface="+mn-cs"/>
            </a:rPr>
            <a:t>Paravathi</a:t>
          </a:r>
          <a:r>
            <a:rPr lang="en-US" sz="3300" b="1" dirty="0">
              <a:latin typeface="Times"/>
              <a:ea typeface="+mn-ea"/>
              <a:cs typeface="+mn-cs"/>
            </a:rPr>
            <a:t> (AI/ML)</a:t>
          </a:r>
        </a:p>
      </dgm:t>
    </dgm:pt>
    <dgm:pt modelId="{A499AD0D-C94C-4404-9A40-6EDB0208F75B}" type="parTrans" cxnId="{F082FA85-BFC0-4F27-9C8D-80D4DB7B06A3}">
      <dgm:prSet/>
      <dgm:spPr/>
    </dgm:pt>
    <dgm:pt modelId="{42317371-2B37-4C1F-B33A-B2A2DC4F4D2B}" type="sibTrans" cxnId="{F082FA85-BFC0-4F27-9C8D-80D4DB7B06A3}">
      <dgm:prSet/>
      <dgm:spPr/>
    </dgm:pt>
    <dgm:pt modelId="{95C3AA86-05CB-4229-86E3-A11550CE040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Shaik Gouse (UI/UX)</a:t>
          </a:r>
        </a:p>
      </dgm:t>
    </dgm:pt>
    <dgm:pt modelId="{CD001E12-956C-4E20-BB43-D2B738158331}" type="parTrans" cxnId="{5C77FA44-8C4A-4070-BDDC-47520E871DE8}">
      <dgm:prSet/>
      <dgm:spPr/>
    </dgm:pt>
    <dgm:pt modelId="{DBFC53BF-2E07-4CE3-BC7E-3DC4F8A47961}" type="sibTrans" cxnId="{5C77FA44-8C4A-4070-BDDC-47520E871DE8}">
      <dgm:prSet/>
      <dgm:spPr/>
    </dgm:pt>
    <dgm:pt modelId="{4AD7885C-F675-4697-BB1F-A8EA4D3CEF93}" type="pres">
      <dgm:prSet presAssocID="{96EC0E2F-41AE-4DFE-A02C-DFC7F610D75A}" presName="compositeShape" presStyleCnt="0">
        <dgm:presLayoutVars>
          <dgm:dir/>
          <dgm:resizeHandles/>
        </dgm:presLayoutVars>
      </dgm:prSet>
      <dgm:spPr/>
    </dgm:pt>
    <dgm:pt modelId="{5237270C-F223-4EFC-87E0-8B3A9CC4A69E}" type="pres">
      <dgm:prSet presAssocID="{96EC0E2F-41AE-4DFE-A02C-DFC7F610D75A}" presName="pyramid" presStyleLbl="node1" presStyleIdx="0" presStyleCnt="1"/>
      <dgm:spPr/>
    </dgm:pt>
    <dgm:pt modelId="{4BA909BE-6D77-439A-A332-A9401DECF0E8}" type="pres">
      <dgm:prSet presAssocID="{96EC0E2F-41AE-4DFE-A02C-DFC7F610D75A}" presName="theList" presStyleCnt="0"/>
      <dgm:spPr/>
    </dgm:pt>
    <dgm:pt modelId="{12A1E172-EE9F-426F-9A9F-7E302A9E4EE1}" type="pres">
      <dgm:prSet presAssocID="{9A88CC71-6A2F-4F59-A602-AF182F800C8B}" presName="aNode" presStyleLbl="fgAcc1" presStyleIdx="0" presStyleCnt="6">
        <dgm:presLayoutVars>
          <dgm:bulletEnabled val="1"/>
        </dgm:presLayoutVars>
      </dgm:prSet>
      <dgm:spPr/>
    </dgm:pt>
    <dgm:pt modelId="{7518F5D7-6629-4427-93FC-E6291644C8F3}" type="pres">
      <dgm:prSet presAssocID="{9A88CC71-6A2F-4F59-A602-AF182F800C8B}" presName="aSpace" presStyleCnt="0"/>
      <dgm:spPr/>
    </dgm:pt>
    <dgm:pt modelId="{F322D098-DC09-41B7-B256-4A1294DE7BB4}" type="pres">
      <dgm:prSet presAssocID="{9E9144D7-D3AF-46F4-8210-87797C2966D9}" presName="aNode" presStyleLbl="fgAcc1" presStyleIdx="1" presStyleCnt="6">
        <dgm:presLayoutVars>
          <dgm:bulletEnabled val="1"/>
        </dgm:presLayoutVars>
      </dgm:prSet>
      <dgm:spPr/>
    </dgm:pt>
    <dgm:pt modelId="{BB291890-72AD-44E1-9B26-B0A573DBBB8E}" type="pres">
      <dgm:prSet presAssocID="{9E9144D7-D3AF-46F4-8210-87797C2966D9}" presName="aSpace" presStyleCnt="0"/>
      <dgm:spPr/>
    </dgm:pt>
    <dgm:pt modelId="{2C405E6C-DB4A-4427-A472-A8D88324B0B8}" type="pres">
      <dgm:prSet presAssocID="{8ABE2667-765D-4603-ACEC-D078DF08482F}" presName="aNode" presStyleLbl="fgAcc1" presStyleIdx="2" presStyleCnt="6">
        <dgm:presLayoutVars>
          <dgm:bulletEnabled val="1"/>
        </dgm:presLayoutVars>
      </dgm:prSet>
      <dgm:spPr/>
    </dgm:pt>
    <dgm:pt modelId="{B46B8CDD-B4B1-4480-B6DD-C21952C5D1CA}" type="pres">
      <dgm:prSet presAssocID="{8ABE2667-765D-4603-ACEC-D078DF08482F}" presName="aSpace" presStyleCnt="0"/>
      <dgm:spPr/>
    </dgm:pt>
    <dgm:pt modelId="{1875B568-0D83-457C-B9D3-C9566A31D168}" type="pres">
      <dgm:prSet presAssocID="{C3B405D4-8AD6-475D-8A63-3A18BFE9CC06}" presName="aNode" presStyleLbl="fgAcc1" presStyleIdx="3" presStyleCnt="6">
        <dgm:presLayoutVars>
          <dgm:bulletEnabled val="1"/>
        </dgm:presLayoutVars>
      </dgm:prSet>
      <dgm:spPr/>
    </dgm:pt>
    <dgm:pt modelId="{EE88482F-4AF1-484C-B3DD-251053C2ACD2}" type="pres">
      <dgm:prSet presAssocID="{C3B405D4-8AD6-475D-8A63-3A18BFE9CC06}" presName="aSpace" presStyleCnt="0"/>
      <dgm:spPr/>
    </dgm:pt>
    <dgm:pt modelId="{FC23F305-6D55-4278-A9D2-A35CE80ED6F7}" type="pres">
      <dgm:prSet presAssocID="{173D0DD1-B34A-4F0D-9E0A-B18AA3B2200E}" presName="aNode" presStyleLbl="fgAcc1" presStyleIdx="4" presStyleCnt="6">
        <dgm:presLayoutVars>
          <dgm:bulletEnabled val="1"/>
        </dgm:presLayoutVars>
      </dgm:prSet>
      <dgm:spPr/>
    </dgm:pt>
    <dgm:pt modelId="{5B44F7B5-7C0E-41F9-8F72-AB241581B7A8}" type="pres">
      <dgm:prSet presAssocID="{173D0DD1-B34A-4F0D-9E0A-B18AA3B2200E}" presName="aSpace" presStyleCnt="0"/>
      <dgm:spPr/>
    </dgm:pt>
    <dgm:pt modelId="{FA784780-5EF0-4D31-A070-41E70A01ACC7}" type="pres">
      <dgm:prSet presAssocID="{95C3AA86-05CB-4229-86E3-A11550CE040B}" presName="aNode" presStyleLbl="fgAcc1" presStyleIdx="5" presStyleCnt="6">
        <dgm:presLayoutVars>
          <dgm:bulletEnabled val="1"/>
        </dgm:presLayoutVars>
      </dgm:prSet>
      <dgm:spPr/>
    </dgm:pt>
    <dgm:pt modelId="{0DA15275-B33F-43D6-8AC1-672D0B17CA80}" type="pres">
      <dgm:prSet presAssocID="{95C3AA86-05CB-4229-86E3-A11550CE040B}" presName="aSpace" presStyleCnt="0"/>
      <dgm:spPr/>
    </dgm:pt>
  </dgm:ptLst>
  <dgm:cxnLst>
    <dgm:cxn modelId="{EEABE82B-A1B5-491E-A9BF-0AB4095DD7BF}" type="presOf" srcId="{173D0DD1-B34A-4F0D-9E0A-B18AA3B2200E}" destId="{FC23F305-6D55-4278-A9D2-A35CE80ED6F7}" srcOrd="0" destOrd="0" presId="urn:microsoft.com/office/officeart/2005/8/layout/pyramid2"/>
    <dgm:cxn modelId="{5C77FA44-8C4A-4070-BDDC-47520E871DE8}" srcId="{96EC0E2F-41AE-4DFE-A02C-DFC7F610D75A}" destId="{95C3AA86-05CB-4229-86E3-A11550CE040B}" srcOrd="5" destOrd="0" parTransId="{CD001E12-956C-4E20-BB43-D2B738158331}" sibTransId="{DBFC53BF-2E07-4CE3-BC7E-3DC4F8A47961}"/>
    <dgm:cxn modelId="{C6FBB86A-4899-4574-BD29-4B544166E0ED}" type="presOf" srcId="{8ABE2667-765D-4603-ACEC-D078DF08482F}" destId="{2C405E6C-DB4A-4427-A472-A8D88324B0B8}" srcOrd="0" destOrd="0" presId="urn:microsoft.com/office/officeart/2005/8/layout/pyramid2"/>
    <dgm:cxn modelId="{1C38B350-FE64-4608-85DF-53B393032F23}" srcId="{96EC0E2F-41AE-4DFE-A02C-DFC7F610D75A}" destId="{9E9144D7-D3AF-46F4-8210-87797C2966D9}" srcOrd="1" destOrd="0" parTransId="{F022CE44-D7B8-4EB8-AB25-BC6BE838E97C}" sibTransId="{C6E34F8A-3C2B-40A3-B7A1-E7D48E76BE46}"/>
    <dgm:cxn modelId="{14560C77-E324-4317-A22E-D9CF0D6F7DE8}" type="presOf" srcId="{9A88CC71-6A2F-4F59-A602-AF182F800C8B}" destId="{12A1E172-EE9F-426F-9A9F-7E302A9E4EE1}" srcOrd="0" destOrd="0" presId="urn:microsoft.com/office/officeart/2005/8/layout/pyramid2"/>
    <dgm:cxn modelId="{8BCE0C57-DD98-442F-A787-5ECCD6264773}" srcId="{96EC0E2F-41AE-4DFE-A02C-DFC7F610D75A}" destId="{8ABE2667-765D-4603-ACEC-D078DF08482F}" srcOrd="2" destOrd="0" parTransId="{79478C74-D7DA-4C11-A724-051EC6C4FA93}" sibTransId="{304E290A-774B-404E-AA4A-466FF373A97E}"/>
    <dgm:cxn modelId="{F082FA85-BFC0-4F27-9C8D-80D4DB7B06A3}" srcId="{96EC0E2F-41AE-4DFE-A02C-DFC7F610D75A}" destId="{173D0DD1-B34A-4F0D-9E0A-B18AA3B2200E}" srcOrd="4" destOrd="0" parTransId="{A499AD0D-C94C-4404-9A40-6EDB0208F75B}" sibTransId="{42317371-2B37-4C1F-B33A-B2A2DC4F4D2B}"/>
    <dgm:cxn modelId="{C022DD96-7D9C-4A56-A7A5-809AB72C1B9A}" type="presOf" srcId="{96EC0E2F-41AE-4DFE-A02C-DFC7F610D75A}" destId="{4AD7885C-F675-4697-BB1F-A8EA4D3CEF93}" srcOrd="0" destOrd="0" presId="urn:microsoft.com/office/officeart/2005/8/layout/pyramid2"/>
    <dgm:cxn modelId="{4C187BA6-06F2-4B0E-BBEC-2A07257A59EE}" srcId="{96EC0E2F-41AE-4DFE-A02C-DFC7F610D75A}" destId="{C3B405D4-8AD6-475D-8A63-3A18BFE9CC06}" srcOrd="3" destOrd="0" parTransId="{E9824DEF-0184-45EB-9F2F-A0F05FBC597E}" sibTransId="{06E80DED-2B2E-4200-B9C2-EB5278CFCB92}"/>
    <dgm:cxn modelId="{E58C13B1-C39F-454D-BB20-070C4E02D747}" type="presOf" srcId="{9E9144D7-D3AF-46F4-8210-87797C2966D9}" destId="{F322D098-DC09-41B7-B256-4A1294DE7BB4}" srcOrd="0" destOrd="0" presId="urn:microsoft.com/office/officeart/2005/8/layout/pyramid2"/>
    <dgm:cxn modelId="{1C20EDBB-01B9-4313-8ECA-9C81478F805E}" type="presOf" srcId="{C3B405D4-8AD6-475D-8A63-3A18BFE9CC06}" destId="{1875B568-0D83-457C-B9D3-C9566A31D168}" srcOrd="0" destOrd="0" presId="urn:microsoft.com/office/officeart/2005/8/layout/pyramid2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184142FC-7F28-4DCC-B24B-1B4EF537478A}" type="presOf" srcId="{95C3AA86-05CB-4229-86E3-A11550CE040B}" destId="{FA784780-5EF0-4D31-A070-41E70A01ACC7}" srcOrd="0" destOrd="0" presId="urn:microsoft.com/office/officeart/2005/8/layout/pyramid2"/>
    <dgm:cxn modelId="{E7668B5E-39F1-4029-AF0A-2BE522302B22}" type="presParOf" srcId="{4AD7885C-F675-4697-BB1F-A8EA4D3CEF93}" destId="{5237270C-F223-4EFC-87E0-8B3A9CC4A69E}" srcOrd="0" destOrd="0" presId="urn:microsoft.com/office/officeart/2005/8/layout/pyramid2"/>
    <dgm:cxn modelId="{8B8A7559-D8F6-41B2-950B-3CF4608DF5B9}" type="presParOf" srcId="{4AD7885C-F675-4697-BB1F-A8EA4D3CEF93}" destId="{4BA909BE-6D77-439A-A332-A9401DECF0E8}" srcOrd="1" destOrd="0" presId="urn:microsoft.com/office/officeart/2005/8/layout/pyramid2"/>
    <dgm:cxn modelId="{437B511E-3F87-4CA6-BD2F-70E1FAB0B9F3}" type="presParOf" srcId="{4BA909BE-6D77-439A-A332-A9401DECF0E8}" destId="{12A1E172-EE9F-426F-9A9F-7E302A9E4EE1}" srcOrd="0" destOrd="0" presId="urn:microsoft.com/office/officeart/2005/8/layout/pyramid2"/>
    <dgm:cxn modelId="{CEACE760-4EFC-4D91-8717-B23A74F5A551}" type="presParOf" srcId="{4BA909BE-6D77-439A-A332-A9401DECF0E8}" destId="{7518F5D7-6629-4427-93FC-E6291644C8F3}" srcOrd="1" destOrd="0" presId="urn:microsoft.com/office/officeart/2005/8/layout/pyramid2"/>
    <dgm:cxn modelId="{55883661-4F3E-49D4-9ECD-5BE62BB4F907}" type="presParOf" srcId="{4BA909BE-6D77-439A-A332-A9401DECF0E8}" destId="{F322D098-DC09-41B7-B256-4A1294DE7BB4}" srcOrd="2" destOrd="0" presId="urn:microsoft.com/office/officeart/2005/8/layout/pyramid2"/>
    <dgm:cxn modelId="{318EBE2A-75D3-4FF4-BE9D-755692A70AD7}" type="presParOf" srcId="{4BA909BE-6D77-439A-A332-A9401DECF0E8}" destId="{BB291890-72AD-44E1-9B26-B0A573DBBB8E}" srcOrd="3" destOrd="0" presId="urn:microsoft.com/office/officeart/2005/8/layout/pyramid2"/>
    <dgm:cxn modelId="{18639CC8-326C-4D5F-8814-AC0BD621D5EA}" type="presParOf" srcId="{4BA909BE-6D77-439A-A332-A9401DECF0E8}" destId="{2C405E6C-DB4A-4427-A472-A8D88324B0B8}" srcOrd="4" destOrd="0" presId="urn:microsoft.com/office/officeart/2005/8/layout/pyramid2"/>
    <dgm:cxn modelId="{D2EEC3C5-7F75-4928-8D64-2EF5EEAD937E}" type="presParOf" srcId="{4BA909BE-6D77-439A-A332-A9401DECF0E8}" destId="{B46B8CDD-B4B1-4480-B6DD-C21952C5D1CA}" srcOrd="5" destOrd="0" presId="urn:microsoft.com/office/officeart/2005/8/layout/pyramid2"/>
    <dgm:cxn modelId="{2262389A-1296-48D5-9490-47774357E764}" type="presParOf" srcId="{4BA909BE-6D77-439A-A332-A9401DECF0E8}" destId="{1875B568-0D83-457C-B9D3-C9566A31D168}" srcOrd="6" destOrd="0" presId="urn:microsoft.com/office/officeart/2005/8/layout/pyramid2"/>
    <dgm:cxn modelId="{419FA27E-06C6-48A8-A8CA-10F6C58E62CC}" type="presParOf" srcId="{4BA909BE-6D77-439A-A332-A9401DECF0E8}" destId="{EE88482F-4AF1-484C-B3DD-251053C2ACD2}" srcOrd="7" destOrd="0" presId="urn:microsoft.com/office/officeart/2005/8/layout/pyramid2"/>
    <dgm:cxn modelId="{956120CB-9A32-4ACE-ABA4-BD62D3B2D4C4}" type="presParOf" srcId="{4BA909BE-6D77-439A-A332-A9401DECF0E8}" destId="{FC23F305-6D55-4278-A9D2-A35CE80ED6F7}" srcOrd="8" destOrd="0" presId="urn:microsoft.com/office/officeart/2005/8/layout/pyramid2"/>
    <dgm:cxn modelId="{AEDA5EF0-E579-41DA-A331-7CC1DDBA1CAE}" type="presParOf" srcId="{4BA909BE-6D77-439A-A332-A9401DECF0E8}" destId="{5B44F7B5-7C0E-41F9-8F72-AB241581B7A8}" srcOrd="9" destOrd="0" presId="urn:microsoft.com/office/officeart/2005/8/layout/pyramid2"/>
    <dgm:cxn modelId="{755B3FA0-1290-4DB5-9533-44F59691B436}" type="presParOf" srcId="{4BA909BE-6D77-439A-A332-A9401DECF0E8}" destId="{FA784780-5EF0-4D31-A070-41E70A01ACC7}" srcOrd="10" destOrd="0" presId="urn:microsoft.com/office/officeart/2005/8/layout/pyramid2"/>
    <dgm:cxn modelId="{C8145102-8EE9-4919-A04A-6EA059A0F07B}" type="presParOf" srcId="{4BA909BE-6D77-439A-A332-A9401DECF0E8}" destId="{0DA15275-B33F-43D6-8AC1-672D0B17CA80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pyramid2" loCatId="pyramid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Calibri"/>
              <a:cs typeface="Calibri"/>
            </a:rPr>
            <a:t>Omkar Mulkala (AI/ML)</a:t>
          </a: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>
              <a:latin typeface="Times"/>
              <a:ea typeface="+mn-ea"/>
              <a:cs typeface="+mn-cs"/>
            </a:rPr>
            <a:t>Yash Chavan (AI/ML)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94203FB6-FCF4-438A-ABFD-1A93D08B9E5A}">
      <dgm:prSet phldr="0"/>
      <dgm:spPr/>
      <dgm:t>
        <a:bodyPr/>
        <a:lstStyle/>
        <a:p>
          <a:pPr rtl="0"/>
          <a:r>
            <a:rPr lang="en-US" sz="3300" b="1">
              <a:latin typeface="Times"/>
              <a:ea typeface="+mn-ea"/>
              <a:cs typeface="+mn-cs"/>
            </a:rPr>
            <a:t>Shaik Jasmin (AI/ML)</a:t>
          </a:r>
        </a:p>
      </dgm:t>
    </dgm:pt>
    <dgm:pt modelId="{DC318AC7-521B-4AD0-A4E6-7D769C901A0F}" type="parTrans" cxnId="{44DD20EB-79CA-4DB9-A9B9-C4ED1966D09C}">
      <dgm:prSet/>
      <dgm:spPr/>
    </dgm:pt>
    <dgm:pt modelId="{437AF17A-A28B-4AC0-9BF6-CE27ADC76E57}" type="sibTrans" cxnId="{44DD20EB-79CA-4DB9-A9B9-C4ED1966D09C}">
      <dgm:prSet/>
      <dgm:spPr/>
    </dgm:pt>
    <dgm:pt modelId="{4AD7885C-F675-4697-BB1F-A8EA4D3CEF93}" type="pres">
      <dgm:prSet presAssocID="{96EC0E2F-41AE-4DFE-A02C-DFC7F610D75A}" presName="compositeShape" presStyleCnt="0">
        <dgm:presLayoutVars>
          <dgm:dir/>
          <dgm:resizeHandles/>
        </dgm:presLayoutVars>
      </dgm:prSet>
      <dgm:spPr/>
    </dgm:pt>
    <dgm:pt modelId="{5237270C-F223-4EFC-87E0-8B3A9CC4A69E}" type="pres">
      <dgm:prSet presAssocID="{96EC0E2F-41AE-4DFE-A02C-DFC7F610D75A}" presName="pyramid" presStyleLbl="node1" presStyleIdx="0" presStyleCnt="1"/>
      <dgm:spPr/>
    </dgm:pt>
    <dgm:pt modelId="{4BA909BE-6D77-439A-A332-A9401DECF0E8}" type="pres">
      <dgm:prSet presAssocID="{96EC0E2F-41AE-4DFE-A02C-DFC7F610D75A}" presName="theList" presStyleCnt="0"/>
      <dgm:spPr/>
    </dgm:pt>
    <dgm:pt modelId="{12A1E172-EE9F-426F-9A9F-7E302A9E4EE1}" type="pres">
      <dgm:prSet presAssocID="{9A88CC71-6A2F-4F59-A602-AF182F800C8B}" presName="aNode" presStyleLbl="fgAcc1" presStyleIdx="0" presStyleCnt="3">
        <dgm:presLayoutVars>
          <dgm:bulletEnabled val="1"/>
        </dgm:presLayoutVars>
      </dgm:prSet>
      <dgm:spPr/>
    </dgm:pt>
    <dgm:pt modelId="{7518F5D7-6629-4427-93FC-E6291644C8F3}" type="pres">
      <dgm:prSet presAssocID="{9A88CC71-6A2F-4F59-A602-AF182F800C8B}" presName="aSpace" presStyleCnt="0"/>
      <dgm:spPr/>
    </dgm:pt>
    <dgm:pt modelId="{C35876B1-768F-437E-85AA-5DF803D7F890}" type="pres">
      <dgm:prSet presAssocID="{94203FB6-FCF4-438A-ABFD-1A93D08B9E5A}" presName="aNode" presStyleLbl="fgAcc1" presStyleIdx="1" presStyleCnt="3">
        <dgm:presLayoutVars>
          <dgm:bulletEnabled val="1"/>
        </dgm:presLayoutVars>
      </dgm:prSet>
      <dgm:spPr/>
    </dgm:pt>
    <dgm:pt modelId="{E5A2DB26-698D-420D-8F4B-40218B809B86}" type="pres">
      <dgm:prSet presAssocID="{94203FB6-FCF4-438A-ABFD-1A93D08B9E5A}" presName="aSpace" presStyleCnt="0"/>
      <dgm:spPr/>
    </dgm:pt>
    <dgm:pt modelId="{F322D098-DC09-41B7-B256-4A1294DE7BB4}" type="pres">
      <dgm:prSet presAssocID="{9E9144D7-D3AF-46F4-8210-87797C2966D9}" presName="aNode" presStyleLbl="fgAcc1" presStyleIdx="2" presStyleCnt="3">
        <dgm:presLayoutVars>
          <dgm:bulletEnabled val="1"/>
        </dgm:presLayoutVars>
      </dgm:prSet>
      <dgm:spPr/>
    </dgm:pt>
    <dgm:pt modelId="{BB291890-72AD-44E1-9B26-B0A573DBBB8E}" type="pres">
      <dgm:prSet presAssocID="{9E9144D7-D3AF-46F4-8210-87797C2966D9}" presName="aSpace" presStyleCnt="0"/>
      <dgm:spPr/>
    </dgm:pt>
  </dgm:ptLst>
  <dgm:cxnLst>
    <dgm:cxn modelId="{9174131D-BE59-4852-8CBF-8D0232CA5F79}" type="presOf" srcId="{9A88CC71-6A2F-4F59-A602-AF182F800C8B}" destId="{12A1E172-EE9F-426F-9A9F-7E302A9E4EE1}" srcOrd="0" destOrd="0" presId="urn:microsoft.com/office/officeart/2005/8/layout/pyramid2"/>
    <dgm:cxn modelId="{AEDDB467-FB30-4BE8-9E19-92A56E32C311}" type="presOf" srcId="{94203FB6-FCF4-438A-ABFD-1A93D08B9E5A}" destId="{C35876B1-768F-437E-85AA-5DF803D7F890}" srcOrd="0" destOrd="0" presId="urn:microsoft.com/office/officeart/2005/8/layout/pyramid2"/>
    <dgm:cxn modelId="{1C38B350-FE64-4608-85DF-53B393032F23}" srcId="{96EC0E2F-41AE-4DFE-A02C-DFC7F610D75A}" destId="{9E9144D7-D3AF-46F4-8210-87797C2966D9}" srcOrd="2" destOrd="0" parTransId="{F022CE44-D7B8-4EB8-AB25-BC6BE838E97C}" sibTransId="{C6E34F8A-3C2B-40A3-B7A1-E7D48E76BE46}"/>
    <dgm:cxn modelId="{10E66A5A-2B3F-4250-B0EA-33C48C85DB44}" type="presOf" srcId="{9E9144D7-D3AF-46F4-8210-87797C2966D9}" destId="{F322D098-DC09-41B7-B256-4A1294DE7BB4}" srcOrd="0" destOrd="0" presId="urn:microsoft.com/office/officeart/2005/8/layout/pyramid2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462A4EE1-6513-4471-93BB-13C45ABD567D}" type="presOf" srcId="{96EC0E2F-41AE-4DFE-A02C-DFC7F610D75A}" destId="{4AD7885C-F675-4697-BB1F-A8EA4D3CEF93}" srcOrd="0" destOrd="0" presId="urn:microsoft.com/office/officeart/2005/8/layout/pyramid2"/>
    <dgm:cxn modelId="{44DD20EB-79CA-4DB9-A9B9-C4ED1966D09C}" srcId="{96EC0E2F-41AE-4DFE-A02C-DFC7F610D75A}" destId="{94203FB6-FCF4-438A-ABFD-1A93D08B9E5A}" srcOrd="1" destOrd="0" parTransId="{DC318AC7-521B-4AD0-A4E6-7D769C901A0F}" sibTransId="{437AF17A-A28B-4AC0-9BF6-CE27ADC76E57}"/>
    <dgm:cxn modelId="{3E960CB6-E308-4AA1-BBA5-8305A6AD2DC3}" type="presParOf" srcId="{4AD7885C-F675-4697-BB1F-A8EA4D3CEF93}" destId="{5237270C-F223-4EFC-87E0-8B3A9CC4A69E}" srcOrd="0" destOrd="0" presId="urn:microsoft.com/office/officeart/2005/8/layout/pyramid2"/>
    <dgm:cxn modelId="{1DF4A70E-4FA0-4CE9-BF22-3208E37DC555}" type="presParOf" srcId="{4AD7885C-F675-4697-BB1F-A8EA4D3CEF93}" destId="{4BA909BE-6D77-439A-A332-A9401DECF0E8}" srcOrd="1" destOrd="0" presId="urn:microsoft.com/office/officeart/2005/8/layout/pyramid2"/>
    <dgm:cxn modelId="{31291A8D-6EED-4794-BB60-C202F8148FAF}" type="presParOf" srcId="{4BA909BE-6D77-439A-A332-A9401DECF0E8}" destId="{12A1E172-EE9F-426F-9A9F-7E302A9E4EE1}" srcOrd="0" destOrd="0" presId="urn:microsoft.com/office/officeart/2005/8/layout/pyramid2"/>
    <dgm:cxn modelId="{DEE19468-30AD-4BAA-86F2-CBE1304238A1}" type="presParOf" srcId="{4BA909BE-6D77-439A-A332-A9401DECF0E8}" destId="{7518F5D7-6629-4427-93FC-E6291644C8F3}" srcOrd="1" destOrd="0" presId="urn:microsoft.com/office/officeart/2005/8/layout/pyramid2"/>
    <dgm:cxn modelId="{36480805-D158-4CEE-A74D-9A8B6D13B4CF}" type="presParOf" srcId="{4BA909BE-6D77-439A-A332-A9401DECF0E8}" destId="{C35876B1-768F-437E-85AA-5DF803D7F890}" srcOrd="2" destOrd="0" presId="urn:microsoft.com/office/officeart/2005/8/layout/pyramid2"/>
    <dgm:cxn modelId="{1D15DEB1-8E3D-41E8-846D-201FFEBDDDEB}" type="presParOf" srcId="{4BA909BE-6D77-439A-A332-A9401DECF0E8}" destId="{E5A2DB26-698D-420D-8F4B-40218B809B86}" srcOrd="3" destOrd="0" presId="urn:microsoft.com/office/officeart/2005/8/layout/pyramid2"/>
    <dgm:cxn modelId="{A747624E-F472-42D3-AEC0-8BCF62C57D41}" type="presParOf" srcId="{4BA909BE-6D77-439A-A332-A9401DECF0E8}" destId="{F322D098-DC09-41B7-B256-4A1294DE7BB4}" srcOrd="4" destOrd="0" presId="urn:microsoft.com/office/officeart/2005/8/layout/pyramid2"/>
    <dgm:cxn modelId="{F3F5A3E1-A1EF-4236-BEA5-5C6610DFC726}" type="presParOf" srcId="{4BA909BE-6D77-439A-A332-A9401DECF0E8}" destId="{BB291890-72AD-44E1-9B26-B0A573DBBB8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EC0E2F-41AE-4DFE-A02C-DFC7F610D75A}" type="doc">
      <dgm:prSet loTypeId="urn:microsoft.com/office/officeart/2005/8/layout/pyramid2" loCatId="pyramid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CC71-6A2F-4F59-A602-AF182F800C8B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0" dirty="0">
              <a:latin typeface="Times"/>
              <a:ea typeface="Calibri"/>
              <a:cs typeface="Calibri"/>
            </a:rPr>
            <a:t>Abhiram (Testing)</a:t>
          </a:r>
          <a:endParaRPr lang="en-US" sz="3300" b="0" dirty="0">
            <a:latin typeface="Times"/>
            <a:ea typeface="+mn-ea"/>
            <a:cs typeface="+mn-cs"/>
          </a:endParaRPr>
        </a:p>
      </dgm:t>
    </dgm:pt>
    <dgm:pt modelId="{9AF03388-9C2C-4D11-99ED-EF636C450CB8}" type="parTrans" cxnId="{A1CBC9D2-BB53-43A9-951C-D8E15FA8745A}">
      <dgm:prSet/>
      <dgm:spPr/>
    </dgm:pt>
    <dgm:pt modelId="{5C1F017D-75E8-4321-A11A-E11A426D130E}" type="sibTrans" cxnId="{A1CBC9D2-BB53-43A9-951C-D8E15FA8745A}">
      <dgm:prSet/>
      <dgm:spPr/>
    </dgm:pt>
    <dgm:pt modelId="{9E9144D7-D3AF-46F4-8210-87797C2966D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Nagarani (Testing)</a:t>
          </a:r>
        </a:p>
      </dgm:t>
    </dgm:pt>
    <dgm:pt modelId="{F022CE44-D7B8-4EB8-AB25-BC6BE838E97C}" type="parTrans" cxnId="{1C38B350-FE64-4608-85DF-53B393032F23}">
      <dgm:prSet/>
      <dgm:spPr/>
    </dgm:pt>
    <dgm:pt modelId="{C6E34F8A-3C2B-40A3-B7A1-E7D48E76BE46}" type="sibTrans" cxnId="{1C38B350-FE64-4608-85DF-53B393032F23}">
      <dgm:prSet/>
      <dgm:spPr/>
    </dgm:pt>
    <dgm:pt modelId="{C3B405D4-8AD6-475D-8A63-3A18BFE9CC06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Sravani (Testing &amp; AI/ML)</a:t>
          </a:r>
        </a:p>
      </dgm:t>
    </dgm:pt>
    <dgm:pt modelId="{E9824DEF-0184-45EB-9F2F-A0F05FBC597E}" type="parTrans" cxnId="{4C187BA6-06F2-4B0E-BBEC-2A07257A59EE}">
      <dgm:prSet/>
      <dgm:spPr/>
    </dgm:pt>
    <dgm:pt modelId="{06E80DED-2B2E-4200-B9C2-EB5278CFCB92}" type="sibTrans" cxnId="{4C187BA6-06F2-4B0E-BBEC-2A07257A59EE}">
      <dgm:prSet/>
      <dgm:spPr/>
    </dgm:pt>
    <dgm:pt modelId="{173D0DD1-B34A-4F0D-9E0A-B18AA3B2200E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3300" b="1" dirty="0">
              <a:latin typeface="Times"/>
              <a:ea typeface="+mn-ea"/>
              <a:cs typeface="+mn-cs"/>
            </a:rPr>
            <a:t>Madhavi (Testing)</a:t>
          </a:r>
        </a:p>
      </dgm:t>
    </dgm:pt>
    <dgm:pt modelId="{A499AD0D-C94C-4404-9A40-6EDB0208F75B}" type="parTrans" cxnId="{F082FA85-BFC0-4F27-9C8D-80D4DB7B06A3}">
      <dgm:prSet/>
      <dgm:spPr/>
    </dgm:pt>
    <dgm:pt modelId="{42317371-2B37-4C1F-B33A-B2A2DC4F4D2B}" type="sibTrans" cxnId="{F082FA85-BFC0-4F27-9C8D-80D4DB7B06A3}">
      <dgm:prSet/>
      <dgm:spPr/>
    </dgm:pt>
    <dgm:pt modelId="{94203FB6-FCF4-438A-ABFD-1A93D08B9E5A}">
      <dgm:prSet phldr="0"/>
      <dgm:spPr/>
      <dgm:t>
        <a:bodyPr/>
        <a:lstStyle/>
        <a:p>
          <a:r>
            <a:rPr lang="en-US" sz="3300" b="1" dirty="0">
              <a:latin typeface="Times"/>
              <a:ea typeface="+mn-ea"/>
              <a:cs typeface="+mn-cs"/>
            </a:rPr>
            <a:t>Devisri (UI/UX)</a:t>
          </a:r>
          <a:endParaRPr lang="en-US" dirty="0"/>
        </a:p>
      </dgm:t>
    </dgm:pt>
    <dgm:pt modelId="{DC318AC7-521B-4AD0-A4E6-7D769C901A0F}" type="parTrans" cxnId="{44DD20EB-79CA-4DB9-A9B9-C4ED1966D09C}">
      <dgm:prSet/>
      <dgm:spPr/>
    </dgm:pt>
    <dgm:pt modelId="{437AF17A-A28B-4AC0-9BF6-CE27ADC76E57}" type="sibTrans" cxnId="{44DD20EB-79CA-4DB9-A9B9-C4ED1966D09C}">
      <dgm:prSet/>
      <dgm:spPr/>
    </dgm:pt>
    <dgm:pt modelId="{4AD7885C-F675-4697-BB1F-A8EA4D3CEF93}" type="pres">
      <dgm:prSet presAssocID="{96EC0E2F-41AE-4DFE-A02C-DFC7F610D75A}" presName="compositeShape" presStyleCnt="0">
        <dgm:presLayoutVars>
          <dgm:dir/>
          <dgm:resizeHandles/>
        </dgm:presLayoutVars>
      </dgm:prSet>
      <dgm:spPr/>
    </dgm:pt>
    <dgm:pt modelId="{5237270C-F223-4EFC-87E0-8B3A9CC4A69E}" type="pres">
      <dgm:prSet presAssocID="{96EC0E2F-41AE-4DFE-A02C-DFC7F610D75A}" presName="pyramid" presStyleLbl="node1" presStyleIdx="0" presStyleCnt="1"/>
      <dgm:spPr/>
    </dgm:pt>
    <dgm:pt modelId="{4BA909BE-6D77-439A-A332-A9401DECF0E8}" type="pres">
      <dgm:prSet presAssocID="{96EC0E2F-41AE-4DFE-A02C-DFC7F610D75A}" presName="theList" presStyleCnt="0"/>
      <dgm:spPr/>
    </dgm:pt>
    <dgm:pt modelId="{12A1E172-EE9F-426F-9A9F-7E302A9E4EE1}" type="pres">
      <dgm:prSet presAssocID="{9A88CC71-6A2F-4F59-A602-AF182F800C8B}" presName="aNode" presStyleLbl="fgAcc1" presStyleIdx="0" presStyleCnt="5">
        <dgm:presLayoutVars>
          <dgm:bulletEnabled val="1"/>
        </dgm:presLayoutVars>
      </dgm:prSet>
      <dgm:spPr/>
    </dgm:pt>
    <dgm:pt modelId="{7518F5D7-6629-4427-93FC-E6291644C8F3}" type="pres">
      <dgm:prSet presAssocID="{9A88CC71-6A2F-4F59-A602-AF182F800C8B}" presName="aSpace" presStyleCnt="0"/>
      <dgm:spPr/>
    </dgm:pt>
    <dgm:pt modelId="{C35876B1-768F-437E-85AA-5DF803D7F890}" type="pres">
      <dgm:prSet presAssocID="{94203FB6-FCF4-438A-ABFD-1A93D08B9E5A}" presName="aNode" presStyleLbl="fgAcc1" presStyleIdx="1" presStyleCnt="5">
        <dgm:presLayoutVars>
          <dgm:bulletEnabled val="1"/>
        </dgm:presLayoutVars>
      </dgm:prSet>
      <dgm:spPr/>
    </dgm:pt>
    <dgm:pt modelId="{E5A2DB26-698D-420D-8F4B-40218B809B86}" type="pres">
      <dgm:prSet presAssocID="{94203FB6-FCF4-438A-ABFD-1A93D08B9E5A}" presName="aSpace" presStyleCnt="0"/>
      <dgm:spPr/>
    </dgm:pt>
    <dgm:pt modelId="{F322D098-DC09-41B7-B256-4A1294DE7BB4}" type="pres">
      <dgm:prSet presAssocID="{9E9144D7-D3AF-46F4-8210-87797C2966D9}" presName="aNode" presStyleLbl="fgAcc1" presStyleIdx="2" presStyleCnt="5">
        <dgm:presLayoutVars>
          <dgm:bulletEnabled val="1"/>
        </dgm:presLayoutVars>
      </dgm:prSet>
      <dgm:spPr/>
    </dgm:pt>
    <dgm:pt modelId="{BB291890-72AD-44E1-9B26-B0A573DBBB8E}" type="pres">
      <dgm:prSet presAssocID="{9E9144D7-D3AF-46F4-8210-87797C2966D9}" presName="aSpace" presStyleCnt="0"/>
      <dgm:spPr/>
    </dgm:pt>
    <dgm:pt modelId="{1875B568-0D83-457C-B9D3-C9566A31D168}" type="pres">
      <dgm:prSet presAssocID="{C3B405D4-8AD6-475D-8A63-3A18BFE9CC06}" presName="aNode" presStyleLbl="fgAcc1" presStyleIdx="3" presStyleCnt="5">
        <dgm:presLayoutVars>
          <dgm:bulletEnabled val="1"/>
        </dgm:presLayoutVars>
      </dgm:prSet>
      <dgm:spPr/>
    </dgm:pt>
    <dgm:pt modelId="{EE88482F-4AF1-484C-B3DD-251053C2ACD2}" type="pres">
      <dgm:prSet presAssocID="{C3B405D4-8AD6-475D-8A63-3A18BFE9CC06}" presName="aSpace" presStyleCnt="0"/>
      <dgm:spPr/>
    </dgm:pt>
    <dgm:pt modelId="{FC23F305-6D55-4278-A9D2-A35CE80ED6F7}" type="pres">
      <dgm:prSet presAssocID="{173D0DD1-B34A-4F0D-9E0A-B18AA3B2200E}" presName="aNode" presStyleLbl="fgAcc1" presStyleIdx="4" presStyleCnt="5">
        <dgm:presLayoutVars>
          <dgm:bulletEnabled val="1"/>
        </dgm:presLayoutVars>
      </dgm:prSet>
      <dgm:spPr/>
    </dgm:pt>
    <dgm:pt modelId="{5B44F7B5-7C0E-41F9-8F72-AB241581B7A8}" type="pres">
      <dgm:prSet presAssocID="{173D0DD1-B34A-4F0D-9E0A-B18AA3B2200E}" presName="aSpace" presStyleCnt="0"/>
      <dgm:spPr/>
    </dgm:pt>
  </dgm:ptLst>
  <dgm:cxnLst>
    <dgm:cxn modelId="{9174131D-BE59-4852-8CBF-8D0232CA5F79}" type="presOf" srcId="{9A88CC71-6A2F-4F59-A602-AF182F800C8B}" destId="{12A1E172-EE9F-426F-9A9F-7E302A9E4EE1}" srcOrd="0" destOrd="0" presId="urn:microsoft.com/office/officeart/2005/8/layout/pyramid2"/>
    <dgm:cxn modelId="{EE42052B-AE2B-43EF-A66B-98BFEB753FA0}" type="presOf" srcId="{173D0DD1-B34A-4F0D-9E0A-B18AA3B2200E}" destId="{FC23F305-6D55-4278-A9D2-A35CE80ED6F7}" srcOrd="0" destOrd="0" presId="urn:microsoft.com/office/officeart/2005/8/layout/pyramid2"/>
    <dgm:cxn modelId="{AEDDB467-FB30-4BE8-9E19-92A56E32C311}" type="presOf" srcId="{94203FB6-FCF4-438A-ABFD-1A93D08B9E5A}" destId="{C35876B1-768F-437E-85AA-5DF803D7F890}" srcOrd="0" destOrd="0" presId="urn:microsoft.com/office/officeart/2005/8/layout/pyramid2"/>
    <dgm:cxn modelId="{DAE6EC47-4AEF-46DD-9E27-3556CF652127}" type="presOf" srcId="{C3B405D4-8AD6-475D-8A63-3A18BFE9CC06}" destId="{1875B568-0D83-457C-B9D3-C9566A31D168}" srcOrd="0" destOrd="0" presId="urn:microsoft.com/office/officeart/2005/8/layout/pyramid2"/>
    <dgm:cxn modelId="{1C38B350-FE64-4608-85DF-53B393032F23}" srcId="{96EC0E2F-41AE-4DFE-A02C-DFC7F610D75A}" destId="{9E9144D7-D3AF-46F4-8210-87797C2966D9}" srcOrd="2" destOrd="0" parTransId="{F022CE44-D7B8-4EB8-AB25-BC6BE838E97C}" sibTransId="{C6E34F8A-3C2B-40A3-B7A1-E7D48E76BE46}"/>
    <dgm:cxn modelId="{10E66A5A-2B3F-4250-B0EA-33C48C85DB44}" type="presOf" srcId="{9E9144D7-D3AF-46F4-8210-87797C2966D9}" destId="{F322D098-DC09-41B7-B256-4A1294DE7BB4}" srcOrd="0" destOrd="0" presId="urn:microsoft.com/office/officeart/2005/8/layout/pyramid2"/>
    <dgm:cxn modelId="{F082FA85-BFC0-4F27-9C8D-80D4DB7B06A3}" srcId="{96EC0E2F-41AE-4DFE-A02C-DFC7F610D75A}" destId="{173D0DD1-B34A-4F0D-9E0A-B18AA3B2200E}" srcOrd="4" destOrd="0" parTransId="{A499AD0D-C94C-4404-9A40-6EDB0208F75B}" sibTransId="{42317371-2B37-4C1F-B33A-B2A2DC4F4D2B}"/>
    <dgm:cxn modelId="{4C187BA6-06F2-4B0E-BBEC-2A07257A59EE}" srcId="{96EC0E2F-41AE-4DFE-A02C-DFC7F610D75A}" destId="{C3B405D4-8AD6-475D-8A63-3A18BFE9CC06}" srcOrd="3" destOrd="0" parTransId="{E9824DEF-0184-45EB-9F2F-A0F05FBC597E}" sibTransId="{06E80DED-2B2E-4200-B9C2-EB5278CFCB92}"/>
    <dgm:cxn modelId="{A1CBC9D2-BB53-43A9-951C-D8E15FA8745A}" srcId="{96EC0E2F-41AE-4DFE-A02C-DFC7F610D75A}" destId="{9A88CC71-6A2F-4F59-A602-AF182F800C8B}" srcOrd="0" destOrd="0" parTransId="{9AF03388-9C2C-4D11-99ED-EF636C450CB8}" sibTransId="{5C1F017D-75E8-4321-A11A-E11A426D130E}"/>
    <dgm:cxn modelId="{462A4EE1-6513-4471-93BB-13C45ABD567D}" type="presOf" srcId="{96EC0E2F-41AE-4DFE-A02C-DFC7F610D75A}" destId="{4AD7885C-F675-4697-BB1F-A8EA4D3CEF93}" srcOrd="0" destOrd="0" presId="urn:microsoft.com/office/officeart/2005/8/layout/pyramid2"/>
    <dgm:cxn modelId="{44DD20EB-79CA-4DB9-A9B9-C4ED1966D09C}" srcId="{96EC0E2F-41AE-4DFE-A02C-DFC7F610D75A}" destId="{94203FB6-FCF4-438A-ABFD-1A93D08B9E5A}" srcOrd="1" destOrd="0" parTransId="{DC318AC7-521B-4AD0-A4E6-7D769C901A0F}" sibTransId="{437AF17A-A28B-4AC0-9BF6-CE27ADC76E57}"/>
    <dgm:cxn modelId="{3E960CB6-E308-4AA1-BBA5-8305A6AD2DC3}" type="presParOf" srcId="{4AD7885C-F675-4697-BB1F-A8EA4D3CEF93}" destId="{5237270C-F223-4EFC-87E0-8B3A9CC4A69E}" srcOrd="0" destOrd="0" presId="urn:microsoft.com/office/officeart/2005/8/layout/pyramid2"/>
    <dgm:cxn modelId="{1DF4A70E-4FA0-4CE9-BF22-3208E37DC555}" type="presParOf" srcId="{4AD7885C-F675-4697-BB1F-A8EA4D3CEF93}" destId="{4BA909BE-6D77-439A-A332-A9401DECF0E8}" srcOrd="1" destOrd="0" presId="urn:microsoft.com/office/officeart/2005/8/layout/pyramid2"/>
    <dgm:cxn modelId="{31291A8D-6EED-4794-BB60-C202F8148FAF}" type="presParOf" srcId="{4BA909BE-6D77-439A-A332-A9401DECF0E8}" destId="{12A1E172-EE9F-426F-9A9F-7E302A9E4EE1}" srcOrd="0" destOrd="0" presId="urn:microsoft.com/office/officeart/2005/8/layout/pyramid2"/>
    <dgm:cxn modelId="{DEE19468-30AD-4BAA-86F2-CBE1304238A1}" type="presParOf" srcId="{4BA909BE-6D77-439A-A332-A9401DECF0E8}" destId="{7518F5D7-6629-4427-93FC-E6291644C8F3}" srcOrd="1" destOrd="0" presId="urn:microsoft.com/office/officeart/2005/8/layout/pyramid2"/>
    <dgm:cxn modelId="{36480805-D158-4CEE-A74D-9A8B6D13B4CF}" type="presParOf" srcId="{4BA909BE-6D77-439A-A332-A9401DECF0E8}" destId="{C35876B1-768F-437E-85AA-5DF803D7F890}" srcOrd="2" destOrd="0" presId="urn:microsoft.com/office/officeart/2005/8/layout/pyramid2"/>
    <dgm:cxn modelId="{1D15DEB1-8E3D-41E8-846D-201FFEBDDDEB}" type="presParOf" srcId="{4BA909BE-6D77-439A-A332-A9401DECF0E8}" destId="{E5A2DB26-698D-420D-8F4B-40218B809B86}" srcOrd="3" destOrd="0" presId="urn:microsoft.com/office/officeart/2005/8/layout/pyramid2"/>
    <dgm:cxn modelId="{A747624E-F472-42D3-AEC0-8BCF62C57D41}" type="presParOf" srcId="{4BA909BE-6D77-439A-A332-A9401DECF0E8}" destId="{F322D098-DC09-41B7-B256-4A1294DE7BB4}" srcOrd="4" destOrd="0" presId="urn:microsoft.com/office/officeart/2005/8/layout/pyramid2"/>
    <dgm:cxn modelId="{F3F5A3E1-A1EF-4236-BEA5-5C6610DFC726}" type="presParOf" srcId="{4BA909BE-6D77-439A-A332-A9401DECF0E8}" destId="{BB291890-72AD-44E1-9B26-B0A573DBBB8E}" srcOrd="5" destOrd="0" presId="urn:microsoft.com/office/officeart/2005/8/layout/pyramid2"/>
    <dgm:cxn modelId="{EDA94AFB-4857-4C46-9176-A066D357756A}" type="presParOf" srcId="{4BA909BE-6D77-439A-A332-A9401DECF0E8}" destId="{1875B568-0D83-457C-B9D3-C9566A31D168}" srcOrd="6" destOrd="0" presId="urn:microsoft.com/office/officeart/2005/8/layout/pyramid2"/>
    <dgm:cxn modelId="{6B8AACF9-5A81-4A16-8DC8-920EA5FA3B5A}" type="presParOf" srcId="{4BA909BE-6D77-439A-A332-A9401DECF0E8}" destId="{EE88482F-4AF1-484C-B3DD-251053C2ACD2}" srcOrd="7" destOrd="0" presId="urn:microsoft.com/office/officeart/2005/8/layout/pyramid2"/>
    <dgm:cxn modelId="{5FA55838-A0EB-4CA1-BA6D-FDD060183769}" type="presParOf" srcId="{4BA909BE-6D77-439A-A332-A9401DECF0E8}" destId="{FC23F305-6D55-4278-A9D2-A35CE80ED6F7}" srcOrd="8" destOrd="0" presId="urn:microsoft.com/office/officeart/2005/8/layout/pyramid2"/>
    <dgm:cxn modelId="{A1AA5FA1-485E-4AF2-910A-2EDE612C2667}" type="presParOf" srcId="{4BA909BE-6D77-439A-A332-A9401DECF0E8}" destId="{5B44F7B5-7C0E-41F9-8F72-AB241581B7A8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6D761-5767-4C21-B324-4A9CFA297A2A}">
      <dsp:nvSpPr>
        <dsp:cNvPr id="0" name=""/>
        <dsp:cNvSpPr/>
      </dsp:nvSpPr>
      <dsp:spPr>
        <a:xfrm>
          <a:off x="739" y="708056"/>
          <a:ext cx="2883124" cy="17298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ptos Display" panose="020F0302020204030204"/>
            </a:rPr>
            <a:t>Saish </a:t>
          </a:r>
          <a:r>
            <a:rPr lang="en-US" sz="2400" b="1" kern="1200" dirty="0" err="1">
              <a:latin typeface="Aptos Display" panose="020F0302020204030204"/>
            </a:rPr>
            <a:t>Dattana</a:t>
          </a:r>
          <a:r>
            <a:rPr lang="en-US" sz="2400" b="1" kern="1200" dirty="0">
              <a:latin typeface="Aptos Display" panose="020F0302020204030204"/>
            </a:rPr>
            <a:t> (Sales)</a:t>
          </a:r>
          <a:endParaRPr lang="en-US" sz="2400" b="1" kern="1200" dirty="0"/>
        </a:p>
      </dsp:txBody>
      <dsp:txXfrm>
        <a:off x="739" y="708056"/>
        <a:ext cx="2883124" cy="1729874"/>
      </dsp:txXfrm>
    </dsp:sp>
    <dsp:sp modelId="{D8954707-FBFF-4763-BBB4-BBC749B0B317}">
      <dsp:nvSpPr>
        <dsp:cNvPr id="0" name=""/>
        <dsp:cNvSpPr/>
      </dsp:nvSpPr>
      <dsp:spPr>
        <a:xfrm>
          <a:off x="3172175" y="708056"/>
          <a:ext cx="2883124" cy="17298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ptos Display" panose="020F0302020204030204"/>
            </a:rPr>
            <a:t>Narendra Bellamkonda(Sales)</a:t>
          </a:r>
          <a:endParaRPr lang="en-US" sz="2400" b="1" kern="1200" dirty="0"/>
        </a:p>
      </dsp:txBody>
      <dsp:txXfrm>
        <a:off x="3172175" y="708056"/>
        <a:ext cx="2883124" cy="1729874"/>
      </dsp:txXfrm>
    </dsp:sp>
    <dsp:sp modelId="{938F0580-5DD2-4A76-914C-512FA150A03C}">
      <dsp:nvSpPr>
        <dsp:cNvPr id="0" name=""/>
        <dsp:cNvSpPr/>
      </dsp:nvSpPr>
      <dsp:spPr>
        <a:xfrm>
          <a:off x="739" y="2726243"/>
          <a:ext cx="2883124" cy="17298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ptos Display" panose="020F0302020204030204"/>
            </a:rPr>
            <a:t>Venkatesh </a:t>
          </a:r>
          <a:r>
            <a:rPr lang="en-US" sz="2400" b="1" kern="1200" dirty="0" err="1">
              <a:latin typeface="Aptos Display" panose="020F0302020204030204"/>
            </a:rPr>
            <a:t>Pranavmurthy</a:t>
          </a:r>
          <a:r>
            <a:rPr lang="en-US" sz="2400" b="1" kern="1200" dirty="0">
              <a:latin typeface="Aptos Display" panose="020F0302020204030204"/>
            </a:rPr>
            <a:t> (Technology)</a:t>
          </a:r>
          <a:endParaRPr lang="en-US" sz="2400" b="1" kern="1200" dirty="0"/>
        </a:p>
      </dsp:txBody>
      <dsp:txXfrm>
        <a:off x="739" y="2726243"/>
        <a:ext cx="2883124" cy="1729874"/>
      </dsp:txXfrm>
    </dsp:sp>
    <dsp:sp modelId="{3A6FF84E-E479-4887-A590-2279AEF211E5}">
      <dsp:nvSpPr>
        <dsp:cNvPr id="0" name=""/>
        <dsp:cNvSpPr/>
      </dsp:nvSpPr>
      <dsp:spPr>
        <a:xfrm>
          <a:off x="3172175" y="2726243"/>
          <a:ext cx="2883124" cy="17298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0F0302020204030204"/>
            </a:rPr>
            <a:t> </a:t>
          </a:r>
          <a:r>
            <a:rPr lang="en-US" sz="2400" b="1" kern="1200" dirty="0">
              <a:latin typeface="Aptos Display" panose="020F0302020204030204"/>
            </a:rPr>
            <a:t>Suman Natarajan (Delivery)</a:t>
          </a:r>
          <a:endParaRPr lang="en-US" sz="2400" b="1" kern="1200" dirty="0"/>
        </a:p>
      </dsp:txBody>
      <dsp:txXfrm>
        <a:off x="3172175" y="2726243"/>
        <a:ext cx="2883124" cy="1729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6D761-5767-4C21-B324-4A9CFA297A2A}">
      <dsp:nvSpPr>
        <dsp:cNvPr id="0" name=""/>
        <dsp:cNvSpPr/>
      </dsp:nvSpPr>
      <dsp:spPr>
        <a:xfrm>
          <a:off x="0" y="950409"/>
          <a:ext cx="3186474" cy="19118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latin typeface="Aptos Display" panose="020F0302020204030204"/>
            </a:rPr>
            <a:t>Surendra Bellamkonda (Operations)</a:t>
          </a:r>
        </a:p>
      </dsp:txBody>
      <dsp:txXfrm>
        <a:off x="0" y="950409"/>
        <a:ext cx="3186474" cy="1911884"/>
      </dsp:txXfrm>
    </dsp:sp>
    <dsp:sp modelId="{C1863AC8-4659-4BAF-A4EC-443A49A157C9}">
      <dsp:nvSpPr>
        <dsp:cNvPr id="0" name=""/>
        <dsp:cNvSpPr/>
      </dsp:nvSpPr>
      <dsp:spPr>
        <a:xfrm>
          <a:off x="3505121" y="950409"/>
          <a:ext cx="3186474" cy="19118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latin typeface="Aptos Display" panose="020F0302020204030204"/>
            </a:rPr>
            <a:t>Rajesh Vattikuti (Pune Center)</a:t>
          </a:r>
          <a:endParaRPr lang="en-US" sz="3800" b="1" kern="1200" dirty="0"/>
        </a:p>
      </dsp:txBody>
      <dsp:txXfrm>
        <a:off x="3505121" y="950409"/>
        <a:ext cx="3186474" cy="1911884"/>
      </dsp:txXfrm>
    </dsp:sp>
    <dsp:sp modelId="{938F0580-5DD2-4A76-914C-512FA150A03C}">
      <dsp:nvSpPr>
        <dsp:cNvPr id="0" name=""/>
        <dsp:cNvSpPr/>
      </dsp:nvSpPr>
      <dsp:spPr>
        <a:xfrm>
          <a:off x="7010242" y="950409"/>
          <a:ext cx="3186474" cy="19118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latin typeface="Aptos Display"/>
            </a:rPr>
            <a:t>Sai </a:t>
          </a:r>
          <a:r>
            <a:rPr lang="en-US" sz="3800" b="1" kern="1200" dirty="0" err="1">
              <a:latin typeface="Aptos Display"/>
            </a:rPr>
            <a:t>Rishigna</a:t>
          </a:r>
          <a:r>
            <a:rPr lang="en-US" sz="3800" b="1" kern="1200" dirty="0">
              <a:latin typeface="Aptos Display"/>
            </a:rPr>
            <a:t> (Sales)</a:t>
          </a:r>
        </a:p>
      </dsp:txBody>
      <dsp:txXfrm>
        <a:off x="7010242" y="950409"/>
        <a:ext cx="3186474" cy="1911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65424-EC4D-4817-8CC1-2514A14D4EB4}">
      <dsp:nvSpPr>
        <dsp:cNvPr id="0" name=""/>
        <dsp:cNvSpPr/>
      </dsp:nvSpPr>
      <dsp:spPr>
        <a:xfrm>
          <a:off x="3963573" y="1524"/>
          <a:ext cx="1979443" cy="791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dirty="0">
              <a:latin typeface="Times"/>
              <a:ea typeface="+mn-ea"/>
              <a:cs typeface="+mn-cs"/>
            </a:rPr>
            <a:t>Rich </a:t>
          </a:r>
        </a:p>
      </dsp:txBody>
      <dsp:txXfrm>
        <a:off x="4359462" y="1524"/>
        <a:ext cx="1187666" cy="791777"/>
      </dsp:txXfrm>
    </dsp:sp>
    <dsp:sp modelId="{734A009F-C1AB-4D58-B768-AD0356CBF39A}">
      <dsp:nvSpPr>
        <dsp:cNvPr id="0" name=""/>
        <dsp:cNvSpPr/>
      </dsp:nvSpPr>
      <dsp:spPr>
        <a:xfrm>
          <a:off x="5685688" y="68825"/>
          <a:ext cx="1642937" cy="6571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latin typeface="Times"/>
              <a:ea typeface="+mn-ea"/>
              <a:cs typeface="+mn-cs"/>
            </a:rPr>
            <a:t>03 </a:t>
          </a:r>
        </a:p>
      </dsp:txBody>
      <dsp:txXfrm>
        <a:off x="6014276" y="68825"/>
        <a:ext cx="985762" cy="657175"/>
      </dsp:txXfrm>
    </dsp:sp>
    <dsp:sp modelId="{AAD51A27-3B7B-4226-B524-7F1CA74D8EB7}">
      <dsp:nvSpPr>
        <dsp:cNvPr id="0" name=""/>
        <dsp:cNvSpPr/>
      </dsp:nvSpPr>
      <dsp:spPr>
        <a:xfrm>
          <a:off x="3963573" y="904150"/>
          <a:ext cx="1979443" cy="791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"/>
              <a:ea typeface="+mn-ea"/>
              <a:cs typeface="+mn-cs"/>
            </a:rPr>
            <a:t>ILG </a:t>
          </a:r>
        </a:p>
      </dsp:txBody>
      <dsp:txXfrm>
        <a:off x="4359462" y="904150"/>
        <a:ext cx="1187666" cy="791777"/>
      </dsp:txXfrm>
    </dsp:sp>
    <dsp:sp modelId="{9406FBF0-0E66-4B75-9E5F-E03B4AD1CDB7}">
      <dsp:nvSpPr>
        <dsp:cNvPr id="0" name=""/>
        <dsp:cNvSpPr/>
      </dsp:nvSpPr>
      <dsp:spPr>
        <a:xfrm>
          <a:off x="5685688" y="971451"/>
          <a:ext cx="1642937" cy="6571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Times"/>
              <a:ea typeface="+mn-ea"/>
              <a:cs typeface="+mn-cs"/>
            </a:rPr>
            <a:t>04 </a:t>
          </a:r>
        </a:p>
      </dsp:txBody>
      <dsp:txXfrm>
        <a:off x="6014276" y="971451"/>
        <a:ext cx="985762" cy="657175"/>
      </dsp:txXfrm>
    </dsp:sp>
    <dsp:sp modelId="{EA7B5704-A530-4B83-ACE9-0FB526A444CA}">
      <dsp:nvSpPr>
        <dsp:cNvPr id="0" name=""/>
        <dsp:cNvSpPr/>
      </dsp:nvSpPr>
      <dsp:spPr>
        <a:xfrm>
          <a:off x="3963573" y="1806776"/>
          <a:ext cx="1979443" cy="791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>
              <a:latin typeface="Times"/>
              <a:ea typeface="+mn-ea"/>
              <a:cs typeface="+mn-cs"/>
            </a:rPr>
            <a:t>Natwest</a:t>
          </a:r>
          <a:r>
            <a:rPr lang="en-US" sz="1900" b="1" kern="1200" dirty="0">
              <a:latin typeface="Times"/>
              <a:ea typeface="+mn-ea"/>
              <a:cs typeface="+mn-cs"/>
            </a:rPr>
            <a:t> </a:t>
          </a:r>
        </a:p>
      </dsp:txBody>
      <dsp:txXfrm>
        <a:off x="4359462" y="1806776"/>
        <a:ext cx="1187666" cy="791777"/>
      </dsp:txXfrm>
    </dsp:sp>
    <dsp:sp modelId="{1E0A1652-4673-4A69-90E4-CC4FD729B074}">
      <dsp:nvSpPr>
        <dsp:cNvPr id="0" name=""/>
        <dsp:cNvSpPr/>
      </dsp:nvSpPr>
      <dsp:spPr>
        <a:xfrm>
          <a:off x="5685688" y="1874077"/>
          <a:ext cx="1642937" cy="6571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Times"/>
              <a:ea typeface="+mn-ea"/>
              <a:cs typeface="+mn-cs"/>
            </a:rPr>
            <a:t>05 </a:t>
          </a:r>
          <a:endParaRPr lang="en-US" sz="4300" kern="1200" dirty="0"/>
        </a:p>
      </dsp:txBody>
      <dsp:txXfrm>
        <a:off x="6014276" y="1874077"/>
        <a:ext cx="985762" cy="657175"/>
      </dsp:txXfrm>
    </dsp:sp>
    <dsp:sp modelId="{BCC3C8B2-0766-4F0F-AEAE-6BB11C314F48}">
      <dsp:nvSpPr>
        <dsp:cNvPr id="0" name=""/>
        <dsp:cNvSpPr/>
      </dsp:nvSpPr>
      <dsp:spPr>
        <a:xfrm>
          <a:off x="3963573" y="2709402"/>
          <a:ext cx="1979443" cy="791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>
              <a:latin typeface="Times"/>
              <a:ea typeface="+mn-ea"/>
              <a:cs typeface="+mn-cs"/>
            </a:rPr>
            <a:t>Prowesss</a:t>
          </a:r>
        </a:p>
      </dsp:txBody>
      <dsp:txXfrm>
        <a:off x="4359462" y="2709402"/>
        <a:ext cx="1187666" cy="791777"/>
      </dsp:txXfrm>
    </dsp:sp>
    <dsp:sp modelId="{71600CC0-473C-42AF-B9C1-22FCD1218E0F}">
      <dsp:nvSpPr>
        <dsp:cNvPr id="0" name=""/>
        <dsp:cNvSpPr/>
      </dsp:nvSpPr>
      <dsp:spPr>
        <a:xfrm>
          <a:off x="5685688" y="2776704"/>
          <a:ext cx="1642937" cy="6571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Times"/>
              <a:ea typeface="+mn-ea"/>
              <a:cs typeface="+mn-cs"/>
            </a:rPr>
            <a:t>02</a:t>
          </a:r>
        </a:p>
      </dsp:txBody>
      <dsp:txXfrm>
        <a:off x="6014276" y="2776704"/>
        <a:ext cx="985762" cy="657175"/>
      </dsp:txXfrm>
    </dsp:sp>
    <dsp:sp modelId="{D4D367DD-2DF0-41BD-B06D-232149CDA8FC}">
      <dsp:nvSpPr>
        <dsp:cNvPr id="0" name=""/>
        <dsp:cNvSpPr/>
      </dsp:nvSpPr>
      <dsp:spPr>
        <a:xfrm>
          <a:off x="3963573" y="3612029"/>
          <a:ext cx="1979443" cy="7917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"/>
              <a:ea typeface="+mn-ea"/>
              <a:cs typeface="+mn-cs"/>
            </a:rPr>
            <a:t>Amaravati</a:t>
          </a:r>
        </a:p>
      </dsp:txBody>
      <dsp:txXfrm>
        <a:off x="4359462" y="3612029"/>
        <a:ext cx="1187666" cy="791777"/>
      </dsp:txXfrm>
    </dsp:sp>
    <dsp:sp modelId="{C103B8E7-1BED-41D1-A637-9FAB29B0CB05}">
      <dsp:nvSpPr>
        <dsp:cNvPr id="0" name=""/>
        <dsp:cNvSpPr/>
      </dsp:nvSpPr>
      <dsp:spPr>
        <a:xfrm>
          <a:off x="5685688" y="3679330"/>
          <a:ext cx="1642937" cy="6571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Times"/>
              <a:ea typeface="+mn-ea"/>
              <a:cs typeface="+mn-cs"/>
            </a:rPr>
            <a:t>05</a:t>
          </a:r>
        </a:p>
      </dsp:txBody>
      <dsp:txXfrm>
        <a:off x="6014276" y="3679330"/>
        <a:ext cx="985762" cy="6571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7270C-F223-4EFC-87E0-8B3A9CC4A69E}">
      <dsp:nvSpPr>
        <dsp:cNvPr id="0" name=""/>
        <dsp:cNvSpPr/>
      </dsp:nvSpPr>
      <dsp:spPr>
        <a:xfrm>
          <a:off x="2094092" y="0"/>
          <a:ext cx="5724891" cy="57248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A1E172-EE9F-426F-9A9F-7E302A9E4EE1}">
      <dsp:nvSpPr>
        <dsp:cNvPr id="0" name=""/>
        <dsp:cNvSpPr/>
      </dsp:nvSpPr>
      <dsp:spPr>
        <a:xfrm>
          <a:off x="4956537" y="575563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Times"/>
              <a:ea typeface="+mn-ea"/>
              <a:cs typeface="+mn-cs"/>
            </a:rPr>
            <a:t>Vedavyas (UI/UX)</a:t>
          </a:r>
        </a:p>
      </dsp:txBody>
      <dsp:txXfrm>
        <a:off x="5022692" y="641718"/>
        <a:ext cx="3588869" cy="1222879"/>
      </dsp:txXfrm>
    </dsp:sp>
    <dsp:sp modelId="{F322D098-DC09-41B7-B256-4A1294DE7BB4}">
      <dsp:nvSpPr>
        <dsp:cNvPr id="0" name=""/>
        <dsp:cNvSpPr/>
      </dsp:nvSpPr>
      <dsp:spPr>
        <a:xfrm>
          <a:off x="4956537" y="2100151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Times"/>
              <a:ea typeface="+mn-ea"/>
              <a:cs typeface="+mn-cs"/>
            </a:rPr>
            <a:t>Saritha (UI/UX)</a:t>
          </a:r>
        </a:p>
      </dsp:txBody>
      <dsp:txXfrm>
        <a:off x="5022692" y="2166306"/>
        <a:ext cx="3588869" cy="1222879"/>
      </dsp:txXfrm>
    </dsp:sp>
    <dsp:sp modelId="{2C405E6C-DB4A-4427-A472-A8D88324B0B8}">
      <dsp:nvSpPr>
        <dsp:cNvPr id="0" name=""/>
        <dsp:cNvSpPr/>
      </dsp:nvSpPr>
      <dsp:spPr>
        <a:xfrm>
          <a:off x="4956537" y="3624739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Times"/>
              <a:ea typeface="+mn-ea"/>
              <a:cs typeface="+mn-cs"/>
            </a:rPr>
            <a:t>Sravan(AI/ML)</a:t>
          </a:r>
        </a:p>
      </dsp:txBody>
      <dsp:txXfrm>
        <a:off x="5022692" y="3690894"/>
        <a:ext cx="3588869" cy="12228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7270C-F223-4EFC-87E0-8B3A9CC4A69E}">
      <dsp:nvSpPr>
        <dsp:cNvPr id="0" name=""/>
        <dsp:cNvSpPr/>
      </dsp:nvSpPr>
      <dsp:spPr>
        <a:xfrm>
          <a:off x="2094092" y="0"/>
          <a:ext cx="5724891" cy="57248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A1E172-EE9F-426F-9A9F-7E302A9E4EE1}">
      <dsp:nvSpPr>
        <dsp:cNvPr id="0" name=""/>
        <dsp:cNvSpPr/>
      </dsp:nvSpPr>
      <dsp:spPr>
        <a:xfrm>
          <a:off x="4956537" y="573048"/>
          <a:ext cx="3721179" cy="10175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Times"/>
              <a:ea typeface="+mn-ea"/>
              <a:cs typeface="+mn-cs"/>
            </a:rPr>
            <a:t> Yash Chavan (AI/ML)</a:t>
          </a:r>
        </a:p>
      </dsp:txBody>
      <dsp:txXfrm>
        <a:off x="5006208" y="622719"/>
        <a:ext cx="3621837" cy="918167"/>
      </dsp:txXfrm>
    </dsp:sp>
    <dsp:sp modelId="{F322D098-DC09-41B7-B256-4A1294DE7BB4}">
      <dsp:nvSpPr>
        <dsp:cNvPr id="0" name=""/>
        <dsp:cNvSpPr/>
      </dsp:nvSpPr>
      <dsp:spPr>
        <a:xfrm>
          <a:off x="4956537" y="1717746"/>
          <a:ext cx="3721179" cy="10175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latin typeface="Times"/>
              <a:ea typeface="+mn-ea"/>
              <a:cs typeface="+mn-cs"/>
            </a:rPr>
            <a:t>Omkar </a:t>
          </a:r>
          <a:r>
            <a:rPr lang="en-US" sz="2700" b="1" kern="1200" dirty="0" err="1">
              <a:latin typeface="Times"/>
              <a:ea typeface="+mn-ea"/>
              <a:cs typeface="+mn-cs"/>
            </a:rPr>
            <a:t>Khadake</a:t>
          </a:r>
          <a:r>
            <a:rPr lang="en-US" sz="2700" b="1" kern="1200" dirty="0">
              <a:latin typeface="Times"/>
              <a:ea typeface="+mn-ea"/>
              <a:cs typeface="+mn-cs"/>
            </a:rPr>
            <a:t> (DevOps)</a:t>
          </a:r>
        </a:p>
      </dsp:txBody>
      <dsp:txXfrm>
        <a:off x="5006208" y="1767417"/>
        <a:ext cx="3621837" cy="918167"/>
      </dsp:txXfrm>
    </dsp:sp>
    <dsp:sp modelId="{2C405E6C-DB4A-4427-A472-A8D88324B0B8}">
      <dsp:nvSpPr>
        <dsp:cNvPr id="0" name=""/>
        <dsp:cNvSpPr/>
      </dsp:nvSpPr>
      <dsp:spPr>
        <a:xfrm>
          <a:off x="4956537" y="2862445"/>
          <a:ext cx="3721179" cy="10175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Times"/>
              <a:ea typeface="+mn-ea"/>
              <a:cs typeface="+mn-cs"/>
            </a:rPr>
            <a:t>Swapnil (Back End)</a:t>
          </a:r>
        </a:p>
      </dsp:txBody>
      <dsp:txXfrm>
        <a:off x="5006208" y="2912116"/>
        <a:ext cx="3621837" cy="918167"/>
      </dsp:txXfrm>
    </dsp:sp>
    <dsp:sp modelId="{1875B568-0D83-457C-B9D3-C9566A31D168}">
      <dsp:nvSpPr>
        <dsp:cNvPr id="0" name=""/>
        <dsp:cNvSpPr/>
      </dsp:nvSpPr>
      <dsp:spPr>
        <a:xfrm>
          <a:off x="4956537" y="4007144"/>
          <a:ext cx="3721179" cy="10175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>
              <a:latin typeface="Times"/>
              <a:ea typeface="+mn-ea"/>
              <a:cs typeface="+mn-cs"/>
            </a:rPr>
            <a:t>Uhakhan</a:t>
          </a:r>
          <a:r>
            <a:rPr lang="en-US" sz="2700" b="1" kern="1200" dirty="0">
              <a:latin typeface="Times"/>
              <a:ea typeface="+mn-ea"/>
              <a:cs typeface="+mn-cs"/>
            </a:rPr>
            <a:t> (Testing &amp; DevOps)</a:t>
          </a:r>
        </a:p>
      </dsp:txBody>
      <dsp:txXfrm>
        <a:off x="5006208" y="4056815"/>
        <a:ext cx="3621837" cy="9181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7270C-F223-4EFC-87E0-8B3A9CC4A69E}">
      <dsp:nvSpPr>
        <dsp:cNvPr id="0" name=""/>
        <dsp:cNvSpPr/>
      </dsp:nvSpPr>
      <dsp:spPr>
        <a:xfrm>
          <a:off x="2094092" y="0"/>
          <a:ext cx="5724891" cy="57248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A1E172-EE9F-426F-9A9F-7E302A9E4EE1}">
      <dsp:nvSpPr>
        <dsp:cNvPr id="0" name=""/>
        <dsp:cNvSpPr/>
      </dsp:nvSpPr>
      <dsp:spPr>
        <a:xfrm>
          <a:off x="4956537" y="575563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dirty="0">
              <a:latin typeface="Times"/>
              <a:ea typeface="+mn-ea"/>
              <a:cs typeface="+mn-cs"/>
            </a:rPr>
            <a:t> </a:t>
          </a:r>
          <a:r>
            <a:rPr lang="en-US" sz="3300" b="0" kern="1200" dirty="0" err="1">
              <a:latin typeface="Times"/>
              <a:ea typeface="+mn-ea"/>
              <a:cs typeface="+mn-cs"/>
            </a:rPr>
            <a:t>Vedangee</a:t>
          </a:r>
          <a:r>
            <a:rPr lang="en-US" sz="3300" b="0" kern="1200" dirty="0">
              <a:latin typeface="Times"/>
              <a:ea typeface="+mn-ea"/>
              <a:cs typeface="+mn-cs"/>
            </a:rPr>
            <a:t> (UI/UX)</a:t>
          </a:r>
        </a:p>
      </dsp:txBody>
      <dsp:txXfrm>
        <a:off x="4989614" y="608640"/>
        <a:ext cx="3655025" cy="611440"/>
      </dsp:txXfrm>
    </dsp:sp>
    <dsp:sp modelId="{F322D098-DC09-41B7-B256-4A1294DE7BB4}">
      <dsp:nvSpPr>
        <dsp:cNvPr id="0" name=""/>
        <dsp:cNvSpPr/>
      </dsp:nvSpPr>
      <dsp:spPr>
        <a:xfrm>
          <a:off x="4956537" y="1337857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"/>
              <a:ea typeface="+mn-ea"/>
              <a:cs typeface="+mn-cs"/>
            </a:rPr>
            <a:t>Tushar (Back End)</a:t>
          </a:r>
        </a:p>
      </dsp:txBody>
      <dsp:txXfrm>
        <a:off x="4989614" y="1370934"/>
        <a:ext cx="3655025" cy="611440"/>
      </dsp:txXfrm>
    </dsp:sp>
    <dsp:sp modelId="{2C405E6C-DB4A-4427-A472-A8D88324B0B8}">
      <dsp:nvSpPr>
        <dsp:cNvPr id="0" name=""/>
        <dsp:cNvSpPr/>
      </dsp:nvSpPr>
      <dsp:spPr>
        <a:xfrm>
          <a:off x="4956537" y="2100151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"/>
              <a:ea typeface="+mn-ea"/>
              <a:cs typeface="+mn-cs"/>
            </a:rPr>
            <a:t>Shaik Sabu (AI/ML)</a:t>
          </a:r>
        </a:p>
      </dsp:txBody>
      <dsp:txXfrm>
        <a:off x="4989614" y="2133228"/>
        <a:ext cx="3655025" cy="611440"/>
      </dsp:txXfrm>
    </dsp:sp>
    <dsp:sp modelId="{1875B568-0D83-457C-B9D3-C9566A31D168}">
      <dsp:nvSpPr>
        <dsp:cNvPr id="0" name=""/>
        <dsp:cNvSpPr/>
      </dsp:nvSpPr>
      <dsp:spPr>
        <a:xfrm>
          <a:off x="4956537" y="2862445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Times"/>
              <a:ea typeface="+mn-ea"/>
              <a:cs typeface="+mn-cs"/>
            </a:rPr>
            <a:t>Chikkala</a:t>
          </a:r>
          <a:r>
            <a:rPr lang="en-US" sz="2400" b="1" kern="1200" dirty="0">
              <a:latin typeface="Times"/>
              <a:ea typeface="+mn-ea"/>
              <a:cs typeface="+mn-cs"/>
            </a:rPr>
            <a:t> Naresh (AI/ML)</a:t>
          </a:r>
        </a:p>
      </dsp:txBody>
      <dsp:txXfrm>
        <a:off x="4989614" y="2895522"/>
        <a:ext cx="3655025" cy="611440"/>
      </dsp:txXfrm>
    </dsp:sp>
    <dsp:sp modelId="{FC23F305-6D55-4278-A9D2-A35CE80ED6F7}">
      <dsp:nvSpPr>
        <dsp:cNvPr id="0" name=""/>
        <dsp:cNvSpPr/>
      </dsp:nvSpPr>
      <dsp:spPr>
        <a:xfrm>
          <a:off x="4956537" y="3624739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Times"/>
              <a:ea typeface="+mn-ea"/>
              <a:cs typeface="+mn-cs"/>
            </a:rPr>
            <a:t>Paravathi</a:t>
          </a:r>
          <a:r>
            <a:rPr lang="en-US" sz="2400" b="1" kern="1200" dirty="0">
              <a:latin typeface="Times"/>
              <a:ea typeface="+mn-ea"/>
              <a:cs typeface="+mn-cs"/>
            </a:rPr>
            <a:t> (AI/ML)</a:t>
          </a:r>
        </a:p>
      </dsp:txBody>
      <dsp:txXfrm>
        <a:off x="4989614" y="3657816"/>
        <a:ext cx="3655025" cy="611440"/>
      </dsp:txXfrm>
    </dsp:sp>
    <dsp:sp modelId="{FA784780-5EF0-4D31-A070-41E70A01ACC7}">
      <dsp:nvSpPr>
        <dsp:cNvPr id="0" name=""/>
        <dsp:cNvSpPr/>
      </dsp:nvSpPr>
      <dsp:spPr>
        <a:xfrm>
          <a:off x="4956537" y="4387033"/>
          <a:ext cx="3721179" cy="677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"/>
              <a:ea typeface="+mn-ea"/>
              <a:cs typeface="+mn-cs"/>
            </a:rPr>
            <a:t>Shaik Gouse (UI/UX)</a:t>
          </a:r>
        </a:p>
      </dsp:txBody>
      <dsp:txXfrm>
        <a:off x="4989614" y="4420110"/>
        <a:ext cx="3655025" cy="6114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7270C-F223-4EFC-87E0-8B3A9CC4A69E}">
      <dsp:nvSpPr>
        <dsp:cNvPr id="0" name=""/>
        <dsp:cNvSpPr/>
      </dsp:nvSpPr>
      <dsp:spPr>
        <a:xfrm>
          <a:off x="2094092" y="0"/>
          <a:ext cx="5724891" cy="57248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A1E172-EE9F-426F-9A9F-7E302A9E4EE1}">
      <dsp:nvSpPr>
        <dsp:cNvPr id="0" name=""/>
        <dsp:cNvSpPr/>
      </dsp:nvSpPr>
      <dsp:spPr>
        <a:xfrm>
          <a:off x="4956537" y="575563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Times"/>
              <a:ea typeface="Calibri"/>
              <a:cs typeface="Calibri"/>
            </a:rPr>
            <a:t>Omkar Mulkala (AI/ML)</a:t>
          </a:r>
        </a:p>
      </dsp:txBody>
      <dsp:txXfrm>
        <a:off x="5022692" y="641718"/>
        <a:ext cx="3588869" cy="1222879"/>
      </dsp:txXfrm>
    </dsp:sp>
    <dsp:sp modelId="{C35876B1-768F-437E-85AA-5DF803D7F890}">
      <dsp:nvSpPr>
        <dsp:cNvPr id="0" name=""/>
        <dsp:cNvSpPr/>
      </dsp:nvSpPr>
      <dsp:spPr>
        <a:xfrm>
          <a:off x="4956537" y="2100151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Times"/>
              <a:ea typeface="+mn-ea"/>
              <a:cs typeface="+mn-cs"/>
            </a:rPr>
            <a:t>Shaik Jasmin (AI/ML)</a:t>
          </a:r>
        </a:p>
      </dsp:txBody>
      <dsp:txXfrm>
        <a:off x="5022692" y="2166306"/>
        <a:ext cx="3588869" cy="1222879"/>
      </dsp:txXfrm>
    </dsp:sp>
    <dsp:sp modelId="{F322D098-DC09-41B7-B256-4A1294DE7BB4}">
      <dsp:nvSpPr>
        <dsp:cNvPr id="0" name=""/>
        <dsp:cNvSpPr/>
      </dsp:nvSpPr>
      <dsp:spPr>
        <a:xfrm>
          <a:off x="4956537" y="3624739"/>
          <a:ext cx="3721179" cy="135518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Times"/>
              <a:ea typeface="+mn-ea"/>
              <a:cs typeface="+mn-cs"/>
            </a:rPr>
            <a:t>Yash Chavan (AI/ML)</a:t>
          </a:r>
        </a:p>
      </dsp:txBody>
      <dsp:txXfrm>
        <a:off x="5022692" y="3690894"/>
        <a:ext cx="3588869" cy="12228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7270C-F223-4EFC-87E0-8B3A9CC4A69E}">
      <dsp:nvSpPr>
        <dsp:cNvPr id="0" name=""/>
        <dsp:cNvSpPr/>
      </dsp:nvSpPr>
      <dsp:spPr>
        <a:xfrm>
          <a:off x="2094092" y="0"/>
          <a:ext cx="5724891" cy="57248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A1E172-EE9F-426F-9A9F-7E302A9E4EE1}">
      <dsp:nvSpPr>
        <dsp:cNvPr id="0" name=""/>
        <dsp:cNvSpPr/>
      </dsp:nvSpPr>
      <dsp:spPr>
        <a:xfrm>
          <a:off x="4956537" y="573048"/>
          <a:ext cx="3721179" cy="8140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dirty="0">
              <a:latin typeface="Times"/>
              <a:ea typeface="Calibri"/>
              <a:cs typeface="Calibri"/>
            </a:rPr>
            <a:t>Abhiram (Testing)</a:t>
          </a:r>
          <a:endParaRPr lang="en-US" sz="3300" b="0" kern="1200" dirty="0">
            <a:latin typeface="Times"/>
            <a:ea typeface="+mn-ea"/>
            <a:cs typeface="+mn-cs"/>
          </a:endParaRPr>
        </a:p>
      </dsp:txBody>
      <dsp:txXfrm>
        <a:off x="4996274" y="612785"/>
        <a:ext cx="3641705" cy="734533"/>
      </dsp:txXfrm>
    </dsp:sp>
    <dsp:sp modelId="{C35876B1-768F-437E-85AA-5DF803D7F890}">
      <dsp:nvSpPr>
        <dsp:cNvPr id="0" name=""/>
        <dsp:cNvSpPr/>
      </dsp:nvSpPr>
      <dsp:spPr>
        <a:xfrm>
          <a:off x="4956537" y="1488807"/>
          <a:ext cx="3721179" cy="8140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"/>
              <a:ea typeface="+mn-ea"/>
              <a:cs typeface="+mn-cs"/>
            </a:rPr>
            <a:t>Devisri (UI/UX)</a:t>
          </a:r>
          <a:endParaRPr lang="en-US" sz="2300" kern="1200" dirty="0"/>
        </a:p>
      </dsp:txBody>
      <dsp:txXfrm>
        <a:off x="4996274" y="1528544"/>
        <a:ext cx="3641705" cy="734533"/>
      </dsp:txXfrm>
    </dsp:sp>
    <dsp:sp modelId="{F322D098-DC09-41B7-B256-4A1294DE7BB4}">
      <dsp:nvSpPr>
        <dsp:cNvPr id="0" name=""/>
        <dsp:cNvSpPr/>
      </dsp:nvSpPr>
      <dsp:spPr>
        <a:xfrm>
          <a:off x="4956537" y="2404566"/>
          <a:ext cx="3721179" cy="8140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"/>
              <a:ea typeface="+mn-ea"/>
              <a:cs typeface="+mn-cs"/>
            </a:rPr>
            <a:t>Nagarani (Testing)</a:t>
          </a:r>
        </a:p>
      </dsp:txBody>
      <dsp:txXfrm>
        <a:off x="4996274" y="2444303"/>
        <a:ext cx="3641705" cy="734533"/>
      </dsp:txXfrm>
    </dsp:sp>
    <dsp:sp modelId="{1875B568-0D83-457C-B9D3-C9566A31D168}">
      <dsp:nvSpPr>
        <dsp:cNvPr id="0" name=""/>
        <dsp:cNvSpPr/>
      </dsp:nvSpPr>
      <dsp:spPr>
        <a:xfrm>
          <a:off x="4956537" y="3320324"/>
          <a:ext cx="3721179" cy="8140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"/>
              <a:ea typeface="+mn-ea"/>
              <a:cs typeface="+mn-cs"/>
            </a:rPr>
            <a:t>Sravani (Testing &amp; AI/ML)</a:t>
          </a:r>
        </a:p>
      </dsp:txBody>
      <dsp:txXfrm>
        <a:off x="4996274" y="3360061"/>
        <a:ext cx="3641705" cy="734533"/>
      </dsp:txXfrm>
    </dsp:sp>
    <dsp:sp modelId="{FC23F305-6D55-4278-A9D2-A35CE80ED6F7}">
      <dsp:nvSpPr>
        <dsp:cNvPr id="0" name=""/>
        <dsp:cNvSpPr/>
      </dsp:nvSpPr>
      <dsp:spPr>
        <a:xfrm>
          <a:off x="4956537" y="4236083"/>
          <a:ext cx="3721179" cy="81400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"/>
              <a:ea typeface="+mn-ea"/>
              <a:cs typeface="+mn-cs"/>
            </a:rPr>
            <a:t>Madhavi (Testing)</a:t>
          </a:r>
        </a:p>
      </dsp:txBody>
      <dsp:txXfrm>
        <a:off x="4996274" y="4275820"/>
        <a:ext cx="3641705" cy="734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2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8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923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3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1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2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7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3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46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70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89" r:id="rId9"/>
    <p:sldLayoutId id="2147483790" r:id="rId10"/>
    <p:sldLayoutId id="214748379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292E78-D7D4-085E-C90C-950CEFC6D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832104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CB646F3-FFAB-11FA-9A88-F695FA818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7C608C4F-4EFF-A767-91E0-2432308102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2420114"/>
              </p:ext>
            </p:extLst>
          </p:nvPr>
        </p:nvGraphicFramePr>
        <p:xfrm>
          <a:off x="5431536" y="914399"/>
          <a:ext cx="6056039" cy="5164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87" name="Oval 786">
            <a:extLst>
              <a:ext uri="{FF2B5EF4-FFF2-40B4-BE49-F238E27FC236}">
                <a16:creationId xmlns:a16="http://schemas.microsoft.com/office/drawing/2014/main" id="{57D36C59-C91B-F759-CDF9-8595911B2BE1}"/>
              </a:ext>
            </a:extLst>
          </p:cNvPr>
          <p:cNvSpPr/>
          <p:nvPr/>
        </p:nvSpPr>
        <p:spPr>
          <a:xfrm>
            <a:off x="671421" y="2685977"/>
            <a:ext cx="3580537" cy="161544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Aptos"/>
              </a:rPr>
              <a:t>Organization Structure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7AB67-944B-EDAC-849B-BB29518A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2EDAD5DA-50FB-24A8-AB77-560B3F35E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17B3F499-A8CD-A11A-B6F8-FCA6E353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5E549E0-FF1B-037B-B819-335DA6043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537464"/>
            <a:ext cx="3977640" cy="102426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C82C2889-4D03-CA51-028D-73561D2C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76897F2A-83D8-5F94-784A-B7329BDC7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472020"/>
              </p:ext>
            </p:extLst>
          </p:nvPr>
        </p:nvGraphicFramePr>
        <p:xfrm>
          <a:off x="1207852" y="2154110"/>
          <a:ext cx="10196717" cy="3812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8608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F6BFE-D22C-C8ED-824E-80112617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F31A0BFA-2D86-6515-604C-0F8634FA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FB0A6AF7-C53F-5B48-EC77-FF49D768E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75B4B2-BB89-0394-CE71-666623CB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932B6BA9-F4F3-8EA4-1519-8164B04FC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A5441041-5B4E-AA45-F7BB-DBF48AD4C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234954"/>
              </p:ext>
            </p:extLst>
          </p:nvPr>
        </p:nvGraphicFramePr>
        <p:xfrm>
          <a:off x="468191" y="1583999"/>
          <a:ext cx="11292200" cy="440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5C07670C-809C-4CC2-2ACE-5BABB9EFAA69}"/>
              </a:ext>
            </a:extLst>
          </p:cNvPr>
          <p:cNvSpPr/>
          <p:nvPr/>
        </p:nvSpPr>
        <p:spPr>
          <a:xfrm>
            <a:off x="667844" y="2760446"/>
            <a:ext cx="3049605" cy="103862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Employees Forecast</a:t>
            </a:r>
          </a:p>
        </p:txBody>
      </p:sp>
    </p:spTree>
    <p:extLst>
      <p:ext uri="{BB962C8B-B14F-4D97-AF65-F5344CB8AC3E}">
        <p14:creationId xmlns:p14="http://schemas.microsoft.com/office/powerpoint/2010/main" val="282690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E65EC-C0E4-DAC0-E0CA-EA8402CE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BF78BB08-FFF8-661D-F109-D23ACD9A0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2B7E3433-85A9-69CC-7A6F-AC690F1FF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41A603-2B54-0E8B-6ACD-7CB3E3A7F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05725C74-10DB-51BA-8227-60AEAC09A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EF5083AD-BCB8-C09E-905B-B65E494CA934}"/>
              </a:ext>
            </a:extLst>
          </p:cNvPr>
          <p:cNvGraphicFramePr/>
          <p:nvPr/>
        </p:nvGraphicFramePr>
        <p:xfrm>
          <a:off x="672631" y="626853"/>
          <a:ext cx="10771809" cy="572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EBAFF9E2-2E51-B388-7859-9599FE99A05D}"/>
              </a:ext>
            </a:extLst>
          </p:cNvPr>
          <p:cNvSpPr/>
          <p:nvPr/>
        </p:nvSpPr>
        <p:spPr>
          <a:xfrm>
            <a:off x="571951" y="2608467"/>
            <a:ext cx="3335971" cy="137812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Rich Client </a:t>
            </a:r>
          </a:p>
          <a:p>
            <a:pPr algn="ctr"/>
            <a:r>
              <a:rPr lang="en-US" b="1" dirty="0"/>
              <a:t>    01 Member – USD 35/</a:t>
            </a:r>
            <a:r>
              <a:rPr lang="en-US" b="1" dirty="0" err="1"/>
              <a:t>Hr</a:t>
            </a:r>
            <a:r>
              <a:rPr lang="en-US" b="1" dirty="0"/>
              <a:t>      </a:t>
            </a:r>
          </a:p>
          <a:p>
            <a:pPr algn="ctr"/>
            <a:r>
              <a:rPr lang="en-US" b="1" dirty="0"/>
              <a:t>02 Members - USD 60/</a:t>
            </a:r>
            <a:r>
              <a:rPr lang="en-US" b="1" dirty="0" err="1"/>
              <a:t>Hr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895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BAC95-3E8A-BF1C-8220-A57966AA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69B9F54E-5F35-2A3C-464B-CC053D54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2020369B-6990-0B7D-F810-9D5C81F3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E5D3DE-4623-5F07-2AA4-291AB88D6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40E61E4B-9FC1-5A96-B7CF-2A2C2DA7F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5934F19B-1B4A-2C87-7FA3-D3E49165E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2522718"/>
              </p:ext>
            </p:extLst>
          </p:nvPr>
        </p:nvGraphicFramePr>
        <p:xfrm>
          <a:off x="746972" y="496755"/>
          <a:ext cx="10771809" cy="572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E47645EF-3550-7890-CEB8-3208B445EED0}"/>
              </a:ext>
            </a:extLst>
          </p:cNvPr>
          <p:cNvSpPr/>
          <p:nvPr/>
        </p:nvSpPr>
        <p:spPr>
          <a:xfrm>
            <a:off x="663533" y="2608467"/>
            <a:ext cx="2980348" cy="11482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ILG CLIENT</a:t>
            </a:r>
          </a:p>
          <a:p>
            <a:pPr algn="ctr"/>
            <a:r>
              <a:rPr lang="en-US" b="1" dirty="0"/>
              <a:t>35$ per Member.</a:t>
            </a:r>
          </a:p>
          <a:p>
            <a:pPr algn="ctr"/>
            <a:r>
              <a:rPr lang="en-US" b="1" dirty="0"/>
              <a:t> One month.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565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7F2B4-4193-8533-1F2A-4A68CB0B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738BEA3D-8743-9553-466B-248AA859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917441F8-9BB3-E6B8-22B7-F2F979968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87730A1-D724-99FB-F978-DC8E0436F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E3983D7-D3E7-7501-0435-5C8A02857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D2B7D163-D497-9755-ADA5-331DC23FF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6051992"/>
              </p:ext>
            </p:extLst>
          </p:nvPr>
        </p:nvGraphicFramePr>
        <p:xfrm>
          <a:off x="1122149" y="357613"/>
          <a:ext cx="10771809" cy="572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17BC72F1-6BC7-78BE-CB07-5677473A9255}"/>
              </a:ext>
            </a:extLst>
          </p:cNvPr>
          <p:cNvSpPr/>
          <p:nvPr/>
        </p:nvSpPr>
        <p:spPr>
          <a:xfrm>
            <a:off x="675303" y="2608467"/>
            <a:ext cx="3579291" cy="8289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err="1"/>
              <a:t>Natwest</a:t>
            </a:r>
          </a:p>
          <a:p>
            <a:pPr algn="ctr"/>
            <a:r>
              <a:rPr lang="en-US" b="1" dirty="0"/>
              <a:t>(30000 $ for One Month)</a:t>
            </a:r>
          </a:p>
        </p:txBody>
      </p:sp>
    </p:spTree>
    <p:extLst>
      <p:ext uri="{BB962C8B-B14F-4D97-AF65-F5344CB8AC3E}">
        <p14:creationId xmlns:p14="http://schemas.microsoft.com/office/powerpoint/2010/main" val="50039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5CA0B-BA97-893D-06FF-DF1E1907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27144D79-8BC7-2870-189A-508FC7A42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57F4DC3B-CA69-F1FA-CB95-5CC127F63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5A7922F-8663-2D15-16B3-4376151C8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785090A-541D-8AEA-4B9C-9112741B9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C0B1C8F9-245A-8CC3-7CC7-B19B7C810D98}"/>
              </a:ext>
            </a:extLst>
          </p:cNvPr>
          <p:cNvGraphicFramePr/>
          <p:nvPr/>
        </p:nvGraphicFramePr>
        <p:xfrm>
          <a:off x="1081509" y="245853"/>
          <a:ext cx="10771809" cy="572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B977EA1A-12A6-B1DF-1C99-F07B41808320}"/>
              </a:ext>
            </a:extLst>
          </p:cNvPr>
          <p:cNvSpPr/>
          <p:nvPr/>
        </p:nvSpPr>
        <p:spPr>
          <a:xfrm>
            <a:off x="1081703" y="2608467"/>
            <a:ext cx="3010331" cy="80858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Prowess Client 35$</a:t>
            </a:r>
          </a:p>
        </p:txBody>
      </p:sp>
    </p:spTree>
    <p:extLst>
      <p:ext uri="{BB962C8B-B14F-4D97-AF65-F5344CB8AC3E}">
        <p14:creationId xmlns:p14="http://schemas.microsoft.com/office/powerpoint/2010/main" val="329498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7DD36-4B10-DDD5-4B42-1DDE4B6E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DBFB8488-8135-44F5-7654-58D861AC1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EA7F3D00-02C3-3D7F-4374-A937809F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F8722AB-334A-E3F7-A4D6-7E3EA5E2A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BE719E53-4288-9A15-1550-B6E5C0570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9" name="Diagram 808">
            <a:extLst>
              <a:ext uri="{FF2B5EF4-FFF2-40B4-BE49-F238E27FC236}">
                <a16:creationId xmlns:a16="http://schemas.microsoft.com/office/drawing/2014/main" id="{96A3D621-915C-9973-BA37-122DC50A84A6}"/>
              </a:ext>
            </a:extLst>
          </p:cNvPr>
          <p:cNvGraphicFramePr/>
          <p:nvPr/>
        </p:nvGraphicFramePr>
        <p:xfrm>
          <a:off x="1081509" y="245853"/>
          <a:ext cx="10771809" cy="572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80B227F2-E2C7-F9D0-B1A1-17097A79DFA6}"/>
              </a:ext>
            </a:extLst>
          </p:cNvPr>
          <p:cNvSpPr/>
          <p:nvPr/>
        </p:nvSpPr>
        <p:spPr>
          <a:xfrm>
            <a:off x="1081703" y="2608467"/>
            <a:ext cx="3168482" cy="80858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Amaravati Employees</a:t>
            </a:r>
          </a:p>
        </p:txBody>
      </p:sp>
    </p:spTree>
    <p:extLst>
      <p:ext uri="{BB962C8B-B14F-4D97-AF65-F5344CB8AC3E}">
        <p14:creationId xmlns:p14="http://schemas.microsoft.com/office/powerpoint/2010/main" val="397554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B54B4-9B71-FE01-4BD8-D6B35831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Straight Connector 886">
            <a:extLst>
              <a:ext uri="{FF2B5EF4-FFF2-40B4-BE49-F238E27FC236}">
                <a16:creationId xmlns:a16="http://schemas.microsoft.com/office/drawing/2014/main" id="{E52747EB-2D1A-4CEE-0BA8-613A951E9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8" name="Rectangle 887">
            <a:extLst>
              <a:ext uri="{FF2B5EF4-FFF2-40B4-BE49-F238E27FC236}">
                <a16:creationId xmlns:a16="http://schemas.microsoft.com/office/drawing/2014/main" id="{B8EC7D0B-D94D-AAC3-8CFD-555F979D4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4EDE56E-6F38-EB65-5470-6E37E13FB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57651"/>
            <a:ext cx="3977640" cy="993781"/>
          </a:xfrm>
          <a:prstGeom prst="rect">
            <a:avLst/>
          </a:prstGeom>
        </p:spPr>
      </p:pic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CB89850F-0E94-4E0B-842A-F41D4617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7" name="Rectangle: Rounded Corners 4246">
            <a:extLst>
              <a:ext uri="{FF2B5EF4-FFF2-40B4-BE49-F238E27FC236}">
                <a16:creationId xmlns:a16="http://schemas.microsoft.com/office/drawing/2014/main" id="{34000C69-375A-EEA8-BE8C-5E03BF02A536}"/>
              </a:ext>
            </a:extLst>
          </p:cNvPr>
          <p:cNvSpPr/>
          <p:nvPr/>
        </p:nvSpPr>
        <p:spPr>
          <a:xfrm>
            <a:off x="3052743" y="2496707"/>
            <a:ext cx="5643880" cy="163576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4992479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86</cp:revision>
  <dcterms:created xsi:type="dcterms:W3CDTF">2025-12-23T09:00:58Z</dcterms:created>
  <dcterms:modified xsi:type="dcterms:W3CDTF">2026-02-07T09:15:06Z</dcterms:modified>
</cp:coreProperties>
</file>