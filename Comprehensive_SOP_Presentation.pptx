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media/image2.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0" r:id="rId1"/>
  </p:sldMasterIdLst>
  <p:sldIdLst>
    <p:sldId id="256" r:id="rId2"/>
    <p:sldId id="257" r:id="rId3"/>
    <p:sldId id="258" r:id="rId4"/>
    <p:sldId id="273" r:id="rId5"/>
    <p:sldId id="269" r:id="rId6"/>
    <p:sldId id="270" r:id="rId7"/>
    <p:sldId id="272" r:id="rId8"/>
    <p:sldId id="271" r:id="rId9"/>
    <p:sldId id="274" r:id="rId10"/>
    <p:sldId id="275" r:id="rId17"/>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EE2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5C2A4B-3FCA-67D5-E550-C6E933F998C9}" v="2" dt="2026-02-07T09:07:58.408"/>
    <p1510:client id="{D6A487BD-6E49-EC4A-A920-C687A31E37D3}" v="2" dt="2026-02-07T09:14:57.6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avi" userId="S::madhavi.sai@parabola9.com::125ea7c7-2d88-4f32-b3ad-cedf05f753a3" providerId="AD" clId="Web-{D6A487BD-6E49-EC4A-A920-C687A31E37D3}"/>
    <pc:docChg chg="modSld">
      <pc:chgData name="Madhavi" userId="S::madhavi.sai@parabola9.com::125ea7c7-2d88-4f32-b3ad-cedf05f753a3" providerId="AD" clId="Web-{D6A487BD-6E49-EC4A-A920-C687A31E37D3}" dt="2026-02-07T09:14:57.605" v="1"/>
      <pc:docMkLst>
        <pc:docMk/>
      </pc:docMkLst>
      <pc:sldChg chg="addSp delSp">
        <pc:chgData name="Madhavi" userId="S::madhavi.sai@parabola9.com::125ea7c7-2d88-4f32-b3ad-cedf05f753a3" providerId="AD" clId="Web-{D6A487BD-6E49-EC4A-A920-C687A31E37D3}" dt="2026-02-07T09:14:57.605" v="1"/>
        <pc:sldMkLst>
          <pc:docMk/>
          <pc:sldMk cId="1249924799" sldId="274"/>
        </pc:sldMkLst>
        <pc:spChg chg="add del">
          <ac:chgData name="Madhavi" userId="S::madhavi.sai@parabola9.com::125ea7c7-2d88-4f32-b3ad-cedf05f753a3" providerId="AD" clId="Web-{D6A487BD-6E49-EC4A-A920-C687A31E37D3}" dt="2026-02-07T09:14:57.605" v="1"/>
          <ac:spMkLst>
            <pc:docMk/>
            <pc:sldMk cId="1249924799" sldId="274"/>
            <ac:spMk id="4247" creationId="{34000C69-375A-EEA8-BE8C-5E03BF02A53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EC0E2F-41AE-4DFE-A02C-DFC7F610D75A}" type="doc">
      <dgm:prSet loTypeId="urn:microsoft.com/office/officeart/2005/8/layout/default" loCatId="list" qsTypeId="urn:microsoft.com/office/officeart/2005/8/quickstyle/simple5" qsCatId="simple" csTypeId="urn:microsoft.com/office/officeart/2005/8/colors/accent1_2" csCatId="accent1" phldr="1"/>
      <dgm:spPr/>
      <dgm:t>
        <a:bodyPr/>
        <a:lstStyle/>
        <a:p>
          <a:endParaRPr lang="en-US"/>
        </a:p>
      </dgm:t>
    </dgm:pt>
    <dgm:pt modelId="{4309E7CC-0A70-4218-B32F-3B2A1F824B19}">
      <dgm:prSet phldrT="[Text]" phldr="0"/>
      <dgm:spPr/>
      <dgm:t>
        <a:bodyPr/>
        <a:lstStyle/>
        <a:p>
          <a:pPr rtl="0"/>
          <a:r>
            <a:rPr lang="en-US" b="1" dirty="0">
              <a:latin typeface="Aptos Display" panose="020F0302020204030204"/>
            </a:rPr>
            <a:t>Saish </a:t>
          </a:r>
          <a:r>
            <a:rPr lang="en-US" b="1" dirty="0" err="1">
              <a:latin typeface="Aptos Display" panose="020F0302020204030204"/>
            </a:rPr>
            <a:t>Dattana</a:t>
          </a:r>
          <a:r>
            <a:rPr lang="en-US" b="1" dirty="0">
              <a:latin typeface="Aptos Display" panose="020F0302020204030204"/>
            </a:rPr>
            <a:t> (Sales)</a:t>
          </a:r>
          <a:endParaRPr lang="en-US" b="1" dirty="0"/>
        </a:p>
      </dgm:t>
    </dgm:pt>
    <dgm:pt modelId="{E227787F-45B7-4D0D-8F59-72E2ACA7366E}" type="parTrans" cxnId="{20E56BD7-C0DB-47BF-8747-0BDBDDF4AA29}">
      <dgm:prSet/>
      <dgm:spPr/>
      <dgm:t>
        <a:bodyPr/>
        <a:lstStyle/>
        <a:p>
          <a:endParaRPr lang="en-US"/>
        </a:p>
      </dgm:t>
    </dgm:pt>
    <dgm:pt modelId="{B14BB398-3596-4C98-9683-F9C0E0946597}" type="sibTrans" cxnId="{20E56BD7-C0DB-47BF-8747-0BDBDDF4AA29}">
      <dgm:prSet/>
      <dgm:spPr/>
      <dgm:t>
        <a:bodyPr/>
        <a:lstStyle/>
        <a:p>
          <a:endParaRPr lang="en-US"/>
        </a:p>
      </dgm:t>
    </dgm:pt>
    <dgm:pt modelId="{F329C5E1-FB05-4C66-8939-D32DCD8E73C3}">
      <dgm:prSet phldrT="[Text]" phldr="0"/>
      <dgm:spPr/>
      <dgm:t>
        <a:bodyPr/>
        <a:lstStyle/>
        <a:p>
          <a:pPr rtl="0"/>
          <a:r>
            <a:rPr lang="en-US" b="1" dirty="0">
              <a:latin typeface="Aptos Display" panose="020F0302020204030204"/>
            </a:rPr>
            <a:t>Narendra Bellamkonda(Sales)</a:t>
          </a:r>
          <a:endParaRPr lang="en-US" b="1" dirty="0"/>
        </a:p>
      </dgm:t>
    </dgm:pt>
    <dgm:pt modelId="{9737FFD9-4C40-4ED8-B054-726BCF0B5148}" type="parTrans" cxnId="{FC3B8DC3-AE15-48B6-8489-7F2ECC702C89}">
      <dgm:prSet/>
      <dgm:spPr/>
      <dgm:t>
        <a:bodyPr/>
        <a:lstStyle/>
        <a:p>
          <a:endParaRPr lang="en-US"/>
        </a:p>
      </dgm:t>
    </dgm:pt>
    <dgm:pt modelId="{4F64CC0F-C32F-444A-AECC-115E6029CB1C}" type="sibTrans" cxnId="{FC3B8DC3-AE15-48B6-8489-7F2ECC702C89}">
      <dgm:prSet/>
      <dgm:spPr/>
      <dgm:t>
        <a:bodyPr/>
        <a:lstStyle/>
        <a:p>
          <a:endParaRPr lang="en-US"/>
        </a:p>
      </dgm:t>
    </dgm:pt>
    <dgm:pt modelId="{4A435300-C749-4B3D-BA2C-C0FE1C0F5296}">
      <dgm:prSet phldrT="[Text]" phldr="0"/>
      <dgm:spPr/>
      <dgm:t>
        <a:bodyPr/>
        <a:lstStyle/>
        <a:p>
          <a:pPr rtl="0"/>
          <a:r>
            <a:rPr lang="en-US" b="1" dirty="0">
              <a:latin typeface="Aptos Display" panose="020F0302020204030204"/>
            </a:rPr>
            <a:t>Venkatesh </a:t>
          </a:r>
          <a:r>
            <a:rPr lang="en-US" b="1" dirty="0" err="1">
              <a:latin typeface="Aptos Display" panose="020F0302020204030204"/>
            </a:rPr>
            <a:t>Pranavmurthy</a:t>
          </a:r>
          <a:r>
            <a:rPr lang="en-US" b="1" dirty="0">
              <a:latin typeface="Aptos Display" panose="020F0302020204030204"/>
            </a:rPr>
            <a:t> (Technology)</a:t>
          </a:r>
          <a:endParaRPr lang="en-US" b="1" dirty="0"/>
        </a:p>
      </dgm:t>
    </dgm:pt>
    <dgm:pt modelId="{2FE2D6C0-D589-497F-84BD-7F27691DAC6B}" type="parTrans" cxnId="{39E418C5-5E13-4707-841E-E3BD90A2930D}">
      <dgm:prSet/>
      <dgm:spPr/>
      <dgm:t>
        <a:bodyPr/>
        <a:lstStyle/>
        <a:p>
          <a:endParaRPr lang="en-US"/>
        </a:p>
      </dgm:t>
    </dgm:pt>
    <dgm:pt modelId="{56525927-4790-49C8-896E-BD20269088CA}" type="sibTrans" cxnId="{39E418C5-5E13-4707-841E-E3BD90A2930D}">
      <dgm:prSet/>
      <dgm:spPr/>
      <dgm:t>
        <a:bodyPr/>
        <a:lstStyle/>
        <a:p>
          <a:endParaRPr lang="en-US"/>
        </a:p>
      </dgm:t>
    </dgm:pt>
    <dgm:pt modelId="{CE8CA469-C168-43FE-9CFD-7D561AA94638}">
      <dgm:prSet phldrT="[Text]" phldr="0"/>
      <dgm:spPr/>
      <dgm:t>
        <a:bodyPr/>
        <a:lstStyle/>
        <a:p>
          <a:pPr rtl="0"/>
          <a:r>
            <a:rPr lang="en-US" dirty="0">
              <a:latin typeface="Aptos Display" panose="020F0302020204030204"/>
            </a:rPr>
            <a:t> </a:t>
          </a:r>
          <a:r>
            <a:rPr lang="en-US" b="1" dirty="0">
              <a:latin typeface="Aptos Display" panose="020F0302020204030204"/>
            </a:rPr>
            <a:t>Suman Natarajan (Delivery)</a:t>
          </a:r>
          <a:endParaRPr lang="en-US" b="1" dirty="0"/>
        </a:p>
      </dgm:t>
    </dgm:pt>
    <dgm:pt modelId="{D8EE9ECB-0D34-46F8-8025-8B375D7216BC}" type="parTrans" cxnId="{6DB51BF5-9B23-43CD-A66E-4771EEC6A9E8}">
      <dgm:prSet/>
      <dgm:spPr/>
      <dgm:t>
        <a:bodyPr/>
        <a:lstStyle/>
        <a:p>
          <a:endParaRPr lang="en-US"/>
        </a:p>
      </dgm:t>
    </dgm:pt>
    <dgm:pt modelId="{029D0154-A7D1-4796-ADD4-026619EB59D9}" type="sibTrans" cxnId="{6DB51BF5-9B23-43CD-A66E-4771EEC6A9E8}">
      <dgm:prSet/>
      <dgm:spPr/>
      <dgm:t>
        <a:bodyPr/>
        <a:lstStyle/>
        <a:p>
          <a:endParaRPr lang="en-US"/>
        </a:p>
      </dgm:t>
    </dgm:pt>
    <dgm:pt modelId="{4F37C11B-8CE9-478D-8CE1-1606637234AD}" type="pres">
      <dgm:prSet presAssocID="{96EC0E2F-41AE-4DFE-A02C-DFC7F610D75A}" presName="diagram" presStyleCnt="0">
        <dgm:presLayoutVars>
          <dgm:dir/>
          <dgm:resizeHandles val="exact"/>
        </dgm:presLayoutVars>
      </dgm:prSet>
      <dgm:spPr/>
    </dgm:pt>
    <dgm:pt modelId="{4966D761-5767-4C21-B324-4A9CFA297A2A}" type="pres">
      <dgm:prSet presAssocID="{4309E7CC-0A70-4218-B32F-3B2A1F824B19}" presName="node" presStyleLbl="node1" presStyleIdx="0" presStyleCnt="4">
        <dgm:presLayoutVars>
          <dgm:bulletEnabled val="1"/>
        </dgm:presLayoutVars>
      </dgm:prSet>
      <dgm:spPr/>
    </dgm:pt>
    <dgm:pt modelId="{6C021876-0B61-4A2D-BA97-93B8EF809254}" type="pres">
      <dgm:prSet presAssocID="{B14BB398-3596-4C98-9683-F9C0E0946597}" presName="sibTrans" presStyleCnt="0"/>
      <dgm:spPr/>
    </dgm:pt>
    <dgm:pt modelId="{D8954707-FBFF-4763-BBB4-BBC749B0B317}" type="pres">
      <dgm:prSet presAssocID="{F329C5E1-FB05-4C66-8939-D32DCD8E73C3}" presName="node" presStyleLbl="node1" presStyleIdx="1" presStyleCnt="4">
        <dgm:presLayoutVars>
          <dgm:bulletEnabled val="1"/>
        </dgm:presLayoutVars>
      </dgm:prSet>
      <dgm:spPr/>
    </dgm:pt>
    <dgm:pt modelId="{0A7443BA-25B1-4046-BDA4-80772AAD162E}" type="pres">
      <dgm:prSet presAssocID="{4F64CC0F-C32F-444A-AECC-115E6029CB1C}" presName="sibTrans" presStyleCnt="0"/>
      <dgm:spPr/>
    </dgm:pt>
    <dgm:pt modelId="{938F0580-5DD2-4A76-914C-512FA150A03C}" type="pres">
      <dgm:prSet presAssocID="{4A435300-C749-4B3D-BA2C-C0FE1C0F5296}" presName="node" presStyleLbl="node1" presStyleIdx="2" presStyleCnt="4">
        <dgm:presLayoutVars>
          <dgm:bulletEnabled val="1"/>
        </dgm:presLayoutVars>
      </dgm:prSet>
      <dgm:spPr/>
    </dgm:pt>
    <dgm:pt modelId="{B47DA392-5EA8-4150-A847-815B918F4E76}" type="pres">
      <dgm:prSet presAssocID="{56525927-4790-49C8-896E-BD20269088CA}" presName="sibTrans" presStyleCnt="0"/>
      <dgm:spPr/>
    </dgm:pt>
    <dgm:pt modelId="{3A6FF84E-E479-4887-A590-2279AEF211E5}" type="pres">
      <dgm:prSet presAssocID="{CE8CA469-C168-43FE-9CFD-7D561AA94638}" presName="node" presStyleLbl="node1" presStyleIdx="3" presStyleCnt="4">
        <dgm:presLayoutVars>
          <dgm:bulletEnabled val="1"/>
        </dgm:presLayoutVars>
      </dgm:prSet>
      <dgm:spPr/>
    </dgm:pt>
  </dgm:ptLst>
  <dgm:cxnLst>
    <dgm:cxn modelId="{88A64548-123B-4619-BC68-806C4AE93B8F}" type="presOf" srcId="{CE8CA469-C168-43FE-9CFD-7D561AA94638}" destId="{3A6FF84E-E479-4887-A590-2279AEF211E5}" srcOrd="0" destOrd="0" presId="urn:microsoft.com/office/officeart/2005/8/layout/default"/>
    <dgm:cxn modelId="{F9074E78-E6BF-4C31-9EB0-7AA806B8845D}" type="presOf" srcId="{4A435300-C749-4B3D-BA2C-C0FE1C0F5296}" destId="{938F0580-5DD2-4A76-914C-512FA150A03C}" srcOrd="0" destOrd="0" presId="urn:microsoft.com/office/officeart/2005/8/layout/default"/>
    <dgm:cxn modelId="{27BE8A9A-D625-4347-B409-F97B805B69C6}" type="presOf" srcId="{F329C5E1-FB05-4C66-8939-D32DCD8E73C3}" destId="{D8954707-FBFF-4763-BBB4-BBC749B0B317}" srcOrd="0" destOrd="0" presId="urn:microsoft.com/office/officeart/2005/8/layout/default"/>
    <dgm:cxn modelId="{FC3B8DC3-AE15-48B6-8489-7F2ECC702C89}" srcId="{96EC0E2F-41AE-4DFE-A02C-DFC7F610D75A}" destId="{F329C5E1-FB05-4C66-8939-D32DCD8E73C3}" srcOrd="1" destOrd="0" parTransId="{9737FFD9-4C40-4ED8-B054-726BCF0B5148}" sibTransId="{4F64CC0F-C32F-444A-AECC-115E6029CB1C}"/>
    <dgm:cxn modelId="{39E418C5-5E13-4707-841E-E3BD90A2930D}" srcId="{96EC0E2F-41AE-4DFE-A02C-DFC7F610D75A}" destId="{4A435300-C749-4B3D-BA2C-C0FE1C0F5296}" srcOrd="2" destOrd="0" parTransId="{2FE2D6C0-D589-497F-84BD-7F27691DAC6B}" sibTransId="{56525927-4790-49C8-896E-BD20269088CA}"/>
    <dgm:cxn modelId="{3C7292C7-41EE-4DBF-BBDD-8C5070682F11}" type="presOf" srcId="{96EC0E2F-41AE-4DFE-A02C-DFC7F610D75A}" destId="{4F37C11B-8CE9-478D-8CE1-1606637234AD}" srcOrd="0" destOrd="0" presId="urn:microsoft.com/office/officeart/2005/8/layout/default"/>
    <dgm:cxn modelId="{20E56BD7-C0DB-47BF-8747-0BDBDDF4AA29}" srcId="{96EC0E2F-41AE-4DFE-A02C-DFC7F610D75A}" destId="{4309E7CC-0A70-4218-B32F-3B2A1F824B19}" srcOrd="0" destOrd="0" parTransId="{E227787F-45B7-4D0D-8F59-72E2ACA7366E}" sibTransId="{B14BB398-3596-4C98-9683-F9C0E0946597}"/>
    <dgm:cxn modelId="{6DB51BF5-9B23-43CD-A66E-4771EEC6A9E8}" srcId="{96EC0E2F-41AE-4DFE-A02C-DFC7F610D75A}" destId="{CE8CA469-C168-43FE-9CFD-7D561AA94638}" srcOrd="3" destOrd="0" parTransId="{D8EE9ECB-0D34-46F8-8025-8B375D7216BC}" sibTransId="{029D0154-A7D1-4796-ADD4-026619EB59D9}"/>
    <dgm:cxn modelId="{AD2886F8-7CCE-4F45-AF58-768BB38EBA3B}" type="presOf" srcId="{4309E7CC-0A70-4218-B32F-3B2A1F824B19}" destId="{4966D761-5767-4C21-B324-4A9CFA297A2A}" srcOrd="0" destOrd="0" presId="urn:microsoft.com/office/officeart/2005/8/layout/default"/>
    <dgm:cxn modelId="{1629BFD7-B749-489D-B967-23234AD983E6}" type="presParOf" srcId="{4F37C11B-8CE9-478D-8CE1-1606637234AD}" destId="{4966D761-5767-4C21-B324-4A9CFA297A2A}" srcOrd="0" destOrd="0" presId="urn:microsoft.com/office/officeart/2005/8/layout/default"/>
    <dgm:cxn modelId="{598AB7C6-C7F0-4B65-B9DC-21B5DD66ED74}" type="presParOf" srcId="{4F37C11B-8CE9-478D-8CE1-1606637234AD}" destId="{6C021876-0B61-4A2D-BA97-93B8EF809254}" srcOrd="1" destOrd="0" presId="urn:microsoft.com/office/officeart/2005/8/layout/default"/>
    <dgm:cxn modelId="{FDFD77B5-8A29-4ED2-A92F-11F86F24AADE}" type="presParOf" srcId="{4F37C11B-8CE9-478D-8CE1-1606637234AD}" destId="{D8954707-FBFF-4763-BBB4-BBC749B0B317}" srcOrd="2" destOrd="0" presId="urn:microsoft.com/office/officeart/2005/8/layout/default"/>
    <dgm:cxn modelId="{05C08E9D-A315-4FD3-AD47-303C3E42DC52}" type="presParOf" srcId="{4F37C11B-8CE9-478D-8CE1-1606637234AD}" destId="{0A7443BA-25B1-4046-BDA4-80772AAD162E}" srcOrd="3" destOrd="0" presId="urn:microsoft.com/office/officeart/2005/8/layout/default"/>
    <dgm:cxn modelId="{93C33903-C94A-44EF-B9D2-A46F483BDCAD}" type="presParOf" srcId="{4F37C11B-8CE9-478D-8CE1-1606637234AD}" destId="{938F0580-5DD2-4A76-914C-512FA150A03C}" srcOrd="4" destOrd="0" presId="urn:microsoft.com/office/officeart/2005/8/layout/default"/>
    <dgm:cxn modelId="{3BB727F0-40A9-485C-B8BA-775AE114F3A9}" type="presParOf" srcId="{4F37C11B-8CE9-478D-8CE1-1606637234AD}" destId="{B47DA392-5EA8-4150-A847-815B918F4E76}" srcOrd="5" destOrd="0" presId="urn:microsoft.com/office/officeart/2005/8/layout/default"/>
    <dgm:cxn modelId="{AA516F3A-DA10-4192-A9D6-567E28A9DA04}" type="presParOf" srcId="{4F37C11B-8CE9-478D-8CE1-1606637234AD}" destId="{3A6FF84E-E479-4887-A590-2279AEF211E5}" srcOrd="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EC0E2F-41AE-4DFE-A02C-DFC7F610D75A}" type="doc">
      <dgm:prSet loTypeId="urn:microsoft.com/office/officeart/2005/8/layout/default" loCatId="list" qsTypeId="urn:microsoft.com/office/officeart/2005/8/quickstyle/simple2" qsCatId="simple" csTypeId="urn:microsoft.com/office/officeart/2005/8/colors/accent0_2" csCatId="mainScheme" phldr="1"/>
      <dgm:spPr/>
      <dgm:t>
        <a:bodyPr/>
        <a:lstStyle/>
        <a:p>
          <a:endParaRPr lang="en-US"/>
        </a:p>
      </dgm:t>
    </dgm:pt>
    <dgm:pt modelId="{4309E7CC-0A70-4218-B32F-3B2A1F824B19}">
      <dgm:prSet phldrT="[Text]" phldr="0"/>
      <dgm:spPr/>
      <dgm:t>
        <a:bodyPr/>
        <a:lstStyle/>
        <a:p>
          <a:pPr rtl="0"/>
          <a:r>
            <a:rPr lang="en-US" b="1" dirty="0">
              <a:latin typeface="Aptos Display" panose="020F0302020204030204"/>
            </a:rPr>
            <a:t>Surendra Bellamkonda (Operations)</a:t>
          </a:r>
        </a:p>
      </dgm:t>
    </dgm:pt>
    <dgm:pt modelId="{E227787F-45B7-4D0D-8F59-72E2ACA7366E}" type="parTrans" cxnId="{20E56BD7-C0DB-47BF-8747-0BDBDDF4AA29}">
      <dgm:prSet/>
      <dgm:spPr/>
      <dgm:t>
        <a:bodyPr/>
        <a:lstStyle/>
        <a:p>
          <a:endParaRPr lang="en-US"/>
        </a:p>
      </dgm:t>
    </dgm:pt>
    <dgm:pt modelId="{B14BB398-3596-4C98-9683-F9C0E0946597}" type="sibTrans" cxnId="{20E56BD7-C0DB-47BF-8747-0BDBDDF4AA29}">
      <dgm:prSet/>
      <dgm:spPr/>
      <dgm:t>
        <a:bodyPr/>
        <a:lstStyle/>
        <a:p>
          <a:endParaRPr lang="en-US"/>
        </a:p>
      </dgm:t>
    </dgm:pt>
    <dgm:pt modelId="{4A435300-C749-4B3D-BA2C-C0FE1C0F5296}">
      <dgm:prSet phldrT="[Text]" phldr="0"/>
      <dgm:spPr/>
      <dgm:t>
        <a:bodyPr/>
        <a:lstStyle/>
        <a:p>
          <a:pPr rtl="0"/>
          <a:r>
            <a:rPr lang="en-US" b="1" dirty="0">
              <a:latin typeface="Aptos Display"/>
            </a:rPr>
            <a:t>Sai </a:t>
          </a:r>
          <a:r>
            <a:rPr lang="en-US" b="1" dirty="0" err="1">
              <a:latin typeface="Aptos Display"/>
            </a:rPr>
            <a:t>Rishigna</a:t>
          </a:r>
          <a:r>
            <a:rPr lang="en-US" b="1" dirty="0">
              <a:latin typeface="Aptos Display"/>
            </a:rPr>
            <a:t> (Sales)</a:t>
          </a:r>
        </a:p>
      </dgm:t>
    </dgm:pt>
    <dgm:pt modelId="{2FE2D6C0-D589-497F-84BD-7F27691DAC6B}" type="parTrans" cxnId="{39E418C5-5E13-4707-841E-E3BD90A2930D}">
      <dgm:prSet/>
      <dgm:spPr/>
      <dgm:t>
        <a:bodyPr/>
        <a:lstStyle/>
        <a:p>
          <a:endParaRPr lang="en-US"/>
        </a:p>
      </dgm:t>
    </dgm:pt>
    <dgm:pt modelId="{56525927-4790-49C8-896E-BD20269088CA}" type="sibTrans" cxnId="{39E418C5-5E13-4707-841E-E3BD90A2930D}">
      <dgm:prSet/>
      <dgm:spPr/>
      <dgm:t>
        <a:bodyPr/>
        <a:lstStyle/>
        <a:p>
          <a:endParaRPr lang="en-US"/>
        </a:p>
      </dgm:t>
    </dgm:pt>
    <dgm:pt modelId="{9A88CC71-6A2F-4F59-A602-AF182F800C8B}">
      <dgm:prSet phldr="0"/>
      <dgm:spPr/>
      <dgm:t>
        <a:bodyPr/>
        <a:lstStyle/>
        <a:p>
          <a:pPr rtl="0"/>
          <a:r>
            <a:rPr lang="en-US" b="1" dirty="0">
              <a:latin typeface="Aptos Display" panose="020F0302020204030204"/>
            </a:rPr>
            <a:t>Rajesh Vattikuti (Pune Center)</a:t>
          </a:r>
          <a:endParaRPr lang="en-US" b="1" dirty="0"/>
        </a:p>
      </dgm:t>
    </dgm:pt>
    <dgm:pt modelId="{9AF03388-9C2C-4D11-99ED-EF636C450CB8}" type="parTrans" cxnId="{A1CBC9D2-BB53-43A9-951C-D8E15FA8745A}">
      <dgm:prSet/>
      <dgm:spPr/>
    </dgm:pt>
    <dgm:pt modelId="{5C1F017D-75E8-4321-A11A-E11A426D130E}" type="sibTrans" cxnId="{A1CBC9D2-BB53-43A9-951C-D8E15FA8745A}">
      <dgm:prSet/>
      <dgm:spPr/>
    </dgm:pt>
    <dgm:pt modelId="{4F37C11B-8CE9-478D-8CE1-1606637234AD}" type="pres">
      <dgm:prSet presAssocID="{96EC0E2F-41AE-4DFE-A02C-DFC7F610D75A}" presName="diagram" presStyleCnt="0">
        <dgm:presLayoutVars>
          <dgm:dir/>
          <dgm:resizeHandles val="exact"/>
        </dgm:presLayoutVars>
      </dgm:prSet>
      <dgm:spPr/>
    </dgm:pt>
    <dgm:pt modelId="{4966D761-5767-4C21-B324-4A9CFA297A2A}" type="pres">
      <dgm:prSet presAssocID="{4309E7CC-0A70-4218-B32F-3B2A1F824B19}" presName="node" presStyleLbl="node1" presStyleIdx="0" presStyleCnt="3">
        <dgm:presLayoutVars>
          <dgm:bulletEnabled val="1"/>
        </dgm:presLayoutVars>
      </dgm:prSet>
      <dgm:spPr/>
    </dgm:pt>
    <dgm:pt modelId="{6C021876-0B61-4A2D-BA97-93B8EF809254}" type="pres">
      <dgm:prSet presAssocID="{B14BB398-3596-4C98-9683-F9C0E0946597}" presName="sibTrans" presStyleCnt="0"/>
      <dgm:spPr/>
    </dgm:pt>
    <dgm:pt modelId="{C1863AC8-4659-4BAF-A4EC-443A49A157C9}" type="pres">
      <dgm:prSet presAssocID="{9A88CC71-6A2F-4F59-A602-AF182F800C8B}" presName="node" presStyleLbl="node1" presStyleIdx="1" presStyleCnt="3">
        <dgm:presLayoutVars>
          <dgm:bulletEnabled val="1"/>
        </dgm:presLayoutVars>
      </dgm:prSet>
      <dgm:spPr/>
    </dgm:pt>
    <dgm:pt modelId="{62412C1F-799F-452B-BCDB-CB4C52B616BC}" type="pres">
      <dgm:prSet presAssocID="{5C1F017D-75E8-4321-A11A-E11A426D130E}" presName="sibTrans" presStyleCnt="0"/>
      <dgm:spPr/>
    </dgm:pt>
    <dgm:pt modelId="{938F0580-5DD2-4A76-914C-512FA150A03C}" type="pres">
      <dgm:prSet presAssocID="{4A435300-C749-4B3D-BA2C-C0FE1C0F5296}" presName="node" presStyleLbl="node1" presStyleIdx="2" presStyleCnt="3">
        <dgm:presLayoutVars>
          <dgm:bulletEnabled val="1"/>
        </dgm:presLayoutVars>
      </dgm:prSet>
      <dgm:spPr/>
    </dgm:pt>
  </dgm:ptLst>
  <dgm:cxnLst>
    <dgm:cxn modelId="{1EC74A2D-02E5-4543-89CD-7B51A6DACEB1}" type="presOf" srcId="{4A435300-C749-4B3D-BA2C-C0FE1C0F5296}" destId="{938F0580-5DD2-4A76-914C-512FA150A03C}" srcOrd="0" destOrd="0" presId="urn:microsoft.com/office/officeart/2005/8/layout/default"/>
    <dgm:cxn modelId="{661F7733-A61E-4C22-AA6C-D4D5A90A69E4}" type="presOf" srcId="{4309E7CC-0A70-4218-B32F-3B2A1F824B19}" destId="{4966D761-5767-4C21-B324-4A9CFA297A2A}" srcOrd="0" destOrd="0" presId="urn:microsoft.com/office/officeart/2005/8/layout/default"/>
    <dgm:cxn modelId="{39E418C5-5E13-4707-841E-E3BD90A2930D}" srcId="{96EC0E2F-41AE-4DFE-A02C-DFC7F610D75A}" destId="{4A435300-C749-4B3D-BA2C-C0FE1C0F5296}" srcOrd="2" destOrd="0" parTransId="{2FE2D6C0-D589-497F-84BD-7F27691DAC6B}" sibTransId="{56525927-4790-49C8-896E-BD20269088CA}"/>
    <dgm:cxn modelId="{3C7292C7-41EE-4DBF-BBDD-8C5070682F11}" type="presOf" srcId="{96EC0E2F-41AE-4DFE-A02C-DFC7F610D75A}" destId="{4F37C11B-8CE9-478D-8CE1-1606637234AD}" srcOrd="0" destOrd="0" presId="urn:microsoft.com/office/officeart/2005/8/layout/default"/>
    <dgm:cxn modelId="{A1CBC9D2-BB53-43A9-951C-D8E15FA8745A}" srcId="{96EC0E2F-41AE-4DFE-A02C-DFC7F610D75A}" destId="{9A88CC71-6A2F-4F59-A602-AF182F800C8B}" srcOrd="1" destOrd="0" parTransId="{9AF03388-9C2C-4D11-99ED-EF636C450CB8}" sibTransId="{5C1F017D-75E8-4321-A11A-E11A426D130E}"/>
    <dgm:cxn modelId="{20E56BD7-C0DB-47BF-8747-0BDBDDF4AA29}" srcId="{96EC0E2F-41AE-4DFE-A02C-DFC7F610D75A}" destId="{4309E7CC-0A70-4218-B32F-3B2A1F824B19}" srcOrd="0" destOrd="0" parTransId="{E227787F-45B7-4D0D-8F59-72E2ACA7366E}" sibTransId="{B14BB398-3596-4C98-9683-F9C0E0946597}"/>
    <dgm:cxn modelId="{B6FA80F1-B266-4D09-9785-8EC60385239B}" type="presOf" srcId="{9A88CC71-6A2F-4F59-A602-AF182F800C8B}" destId="{C1863AC8-4659-4BAF-A4EC-443A49A157C9}" srcOrd="0" destOrd="0" presId="urn:microsoft.com/office/officeart/2005/8/layout/default"/>
    <dgm:cxn modelId="{A4D2C13A-86E1-4545-8340-52C10BFE3483}" type="presParOf" srcId="{4F37C11B-8CE9-478D-8CE1-1606637234AD}" destId="{4966D761-5767-4C21-B324-4A9CFA297A2A}" srcOrd="0" destOrd="0" presId="urn:microsoft.com/office/officeart/2005/8/layout/default"/>
    <dgm:cxn modelId="{CB9278D6-01C9-4136-9784-591B09C1D5CC}" type="presParOf" srcId="{4F37C11B-8CE9-478D-8CE1-1606637234AD}" destId="{6C021876-0B61-4A2D-BA97-93B8EF809254}" srcOrd="1" destOrd="0" presId="urn:microsoft.com/office/officeart/2005/8/layout/default"/>
    <dgm:cxn modelId="{EBDE79B8-5E98-482C-8D66-2E8A7481F2FB}" type="presParOf" srcId="{4F37C11B-8CE9-478D-8CE1-1606637234AD}" destId="{C1863AC8-4659-4BAF-A4EC-443A49A157C9}" srcOrd="2" destOrd="0" presId="urn:microsoft.com/office/officeart/2005/8/layout/default"/>
    <dgm:cxn modelId="{FBF3D07F-132B-44DD-BF28-851E2C222E19}" type="presParOf" srcId="{4F37C11B-8CE9-478D-8CE1-1606637234AD}" destId="{62412C1F-799F-452B-BCDB-CB4C52B616BC}" srcOrd="3" destOrd="0" presId="urn:microsoft.com/office/officeart/2005/8/layout/default"/>
    <dgm:cxn modelId="{EFD6CAA0-099A-45CF-A40B-B9DB8CB2FC16}" type="presParOf" srcId="{4F37C11B-8CE9-478D-8CE1-1606637234AD}" destId="{938F0580-5DD2-4A76-914C-512FA150A03C}"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EC0E2F-41AE-4DFE-A02C-DFC7F610D75A}" type="doc">
      <dgm:prSet loTypeId="urn:microsoft.com/office/officeart/2005/8/layout/lProcess3" loCatId="process" qsTypeId="urn:microsoft.com/office/officeart/2005/8/quickstyle/simple2" qsCatId="simple" csTypeId="urn:microsoft.com/office/officeart/2005/8/colors/accent1_2" csCatId="accent1" phldr="1"/>
      <dgm:spPr/>
      <dgm:t>
        <a:bodyPr/>
        <a:lstStyle/>
        <a:p>
          <a:endParaRPr lang="en-US"/>
        </a:p>
      </dgm:t>
    </dgm:pt>
    <dgm:pt modelId="{9A88CC71-6A2F-4F59-A602-AF182F800C8B}">
      <dgm:prSet phldr="0" custT="1"/>
      <dgm:spPr/>
      <dgm:t>
        <a:bodyPr/>
        <a:lstStyle/>
        <a:p>
          <a:pPr algn="ctr" rtl="0">
            <a:lnSpc>
              <a:spcPct val="90000"/>
            </a:lnSpc>
          </a:pPr>
          <a:r>
            <a:rPr lang="en-US" sz="3300" b="0" dirty="0">
              <a:latin typeface="Times"/>
              <a:ea typeface="+mn-ea"/>
              <a:cs typeface="+mn-cs"/>
            </a:rPr>
            <a:t>Rich </a:t>
          </a:r>
        </a:p>
      </dgm:t>
    </dgm:pt>
    <dgm:pt modelId="{9AF03388-9C2C-4D11-99ED-EF636C450CB8}" type="parTrans" cxnId="{A1CBC9D2-BB53-43A9-951C-D8E15FA8745A}">
      <dgm:prSet/>
      <dgm:spPr/>
    </dgm:pt>
    <dgm:pt modelId="{5C1F017D-75E8-4321-A11A-E11A426D130E}" type="sibTrans" cxnId="{A1CBC9D2-BB53-43A9-951C-D8E15FA8745A}">
      <dgm:prSet/>
      <dgm:spPr/>
    </dgm:pt>
    <dgm:pt modelId="{9E9144D7-D3AF-46F4-8210-87797C2966D9}">
      <dgm:prSet phldr="0"/>
      <dgm:spPr/>
      <dgm:t>
        <a:bodyPr/>
        <a:lstStyle/>
        <a:p>
          <a:pPr algn="ctr" rtl="0">
            <a:lnSpc>
              <a:spcPct val="90000"/>
            </a:lnSpc>
          </a:pPr>
          <a:r>
            <a:rPr lang="en-US" sz="3300" b="1" dirty="0">
              <a:latin typeface="Times"/>
              <a:ea typeface="+mn-ea"/>
              <a:cs typeface="+mn-cs"/>
            </a:rPr>
            <a:t>ILG </a:t>
          </a:r>
        </a:p>
      </dgm:t>
    </dgm:pt>
    <dgm:pt modelId="{F022CE44-D7B8-4EB8-AB25-BC6BE838E97C}" type="parTrans" cxnId="{1C38B350-FE64-4608-85DF-53B393032F23}">
      <dgm:prSet/>
      <dgm:spPr/>
    </dgm:pt>
    <dgm:pt modelId="{C6E34F8A-3C2B-40A3-B7A1-E7D48E76BE46}" type="sibTrans" cxnId="{1C38B350-FE64-4608-85DF-53B393032F23}">
      <dgm:prSet/>
      <dgm:spPr/>
    </dgm:pt>
    <dgm:pt modelId="{8ABE2667-765D-4603-ACEC-D078DF08482F}">
      <dgm:prSet phldr="0"/>
      <dgm:spPr/>
      <dgm:t>
        <a:bodyPr/>
        <a:lstStyle/>
        <a:p>
          <a:pPr algn="ctr" rtl="0">
            <a:lnSpc>
              <a:spcPct val="90000"/>
            </a:lnSpc>
          </a:pPr>
          <a:r>
            <a:rPr lang="en-US" sz="3300" b="1" dirty="0" err="1">
              <a:latin typeface="Times"/>
              <a:ea typeface="+mn-ea"/>
              <a:cs typeface="+mn-cs"/>
            </a:rPr>
            <a:t>Natwest</a:t>
          </a:r>
          <a:r>
            <a:rPr lang="en-US" sz="3300" b="1" dirty="0">
              <a:latin typeface="Times"/>
              <a:ea typeface="+mn-ea"/>
              <a:cs typeface="+mn-cs"/>
            </a:rPr>
            <a:t> </a:t>
          </a:r>
        </a:p>
      </dgm:t>
    </dgm:pt>
    <dgm:pt modelId="{79478C74-D7DA-4C11-A724-051EC6C4FA93}" type="parTrans" cxnId="{8BCE0C57-DD98-442F-A787-5ECCD6264773}">
      <dgm:prSet/>
      <dgm:spPr/>
    </dgm:pt>
    <dgm:pt modelId="{304E290A-774B-404E-AA4A-466FF373A97E}" type="sibTrans" cxnId="{8BCE0C57-DD98-442F-A787-5ECCD6264773}">
      <dgm:prSet/>
      <dgm:spPr/>
    </dgm:pt>
    <dgm:pt modelId="{F370F2B3-02CD-4CE1-B056-C6CF713D2EBF}">
      <dgm:prSet phldr="0" custT="1"/>
      <dgm:spPr/>
      <dgm:t>
        <a:bodyPr/>
        <a:lstStyle/>
        <a:p>
          <a:pPr algn="ctr" rtl="0">
            <a:lnSpc>
              <a:spcPct val="90000"/>
            </a:lnSpc>
          </a:pPr>
          <a:r>
            <a:rPr lang="en-US" sz="3600" b="1" dirty="0">
              <a:latin typeface="Times"/>
              <a:ea typeface="+mn-ea"/>
              <a:cs typeface="+mn-cs"/>
            </a:rPr>
            <a:t>03 </a:t>
          </a:r>
        </a:p>
      </dgm:t>
    </dgm:pt>
    <dgm:pt modelId="{73554D43-1550-4301-9BB5-AC2FB5697FE9}" type="parTrans" cxnId="{59C276BE-BD16-4ACC-9AD4-B8D2D81BAF5D}">
      <dgm:prSet/>
      <dgm:spPr/>
    </dgm:pt>
    <dgm:pt modelId="{03F3651E-9344-41CA-915C-8081AB568DE6}" type="sibTrans" cxnId="{59C276BE-BD16-4ACC-9AD4-B8D2D81BAF5D}">
      <dgm:prSet/>
      <dgm:spPr/>
    </dgm:pt>
    <dgm:pt modelId="{ED98E100-C8E5-4695-A877-F5AE930D9931}">
      <dgm:prSet phldr="0"/>
      <dgm:spPr/>
      <dgm:t>
        <a:bodyPr/>
        <a:lstStyle/>
        <a:p>
          <a:pPr algn="ctr" rtl="0">
            <a:lnSpc>
              <a:spcPct val="90000"/>
            </a:lnSpc>
          </a:pPr>
          <a:r>
            <a:rPr lang="en-US" sz="2900" b="1" dirty="0">
              <a:latin typeface="Times"/>
              <a:ea typeface="+mn-ea"/>
              <a:cs typeface="+mn-cs"/>
            </a:rPr>
            <a:t>04 </a:t>
          </a:r>
        </a:p>
      </dgm:t>
    </dgm:pt>
    <dgm:pt modelId="{CF7A680F-79C6-4994-AF94-C76C2D57FE1F}" type="parTrans" cxnId="{B014D1E9-1577-4513-B94A-C62810E0A181}">
      <dgm:prSet/>
      <dgm:spPr/>
    </dgm:pt>
    <dgm:pt modelId="{7109D0D0-4394-4D7C-9D31-C9D3D6930F9A}" type="sibTrans" cxnId="{B014D1E9-1577-4513-B94A-C62810E0A181}">
      <dgm:prSet/>
      <dgm:spPr/>
    </dgm:pt>
    <dgm:pt modelId="{1805D294-577F-456C-9751-CC5901B83D65}">
      <dgm:prSet phldr="0"/>
      <dgm:spPr/>
      <dgm:t>
        <a:bodyPr/>
        <a:lstStyle/>
        <a:p>
          <a:pPr algn="ctr" rtl="0">
            <a:lnSpc>
              <a:spcPct val="90000"/>
            </a:lnSpc>
          </a:pPr>
          <a:r>
            <a:rPr lang="en-US" sz="2900" b="1" dirty="0">
              <a:latin typeface="Times"/>
              <a:ea typeface="+mn-ea"/>
              <a:cs typeface="+mn-cs"/>
            </a:rPr>
            <a:t>05 </a:t>
          </a:r>
          <a:endParaRPr lang="en-US" dirty="0"/>
        </a:p>
      </dgm:t>
    </dgm:pt>
    <dgm:pt modelId="{2AE1366D-8742-4AA2-860E-C57F1A0B5A87}" type="parTrans" cxnId="{A3B634A5-94B9-4FBD-803F-4DA4F53C3DAF}">
      <dgm:prSet/>
      <dgm:spPr/>
    </dgm:pt>
    <dgm:pt modelId="{543AC125-CF11-4B0C-8385-6D786760E1D0}" type="sibTrans" cxnId="{A3B634A5-94B9-4FBD-803F-4DA4F53C3DAF}">
      <dgm:prSet/>
      <dgm:spPr/>
    </dgm:pt>
    <dgm:pt modelId="{C21EE18B-4576-464A-AD56-C4085741CA10}">
      <dgm:prSet phldr="0"/>
      <dgm:spPr/>
      <dgm:t>
        <a:bodyPr/>
        <a:lstStyle/>
        <a:p>
          <a:pPr algn="ctr">
            <a:lnSpc>
              <a:spcPct val="90000"/>
            </a:lnSpc>
          </a:pPr>
          <a:r>
            <a:rPr lang="en-US" sz="2900" b="1" dirty="0">
              <a:latin typeface="Times"/>
              <a:ea typeface="+mn-ea"/>
              <a:cs typeface="+mn-cs"/>
            </a:rPr>
            <a:t>02</a:t>
          </a:r>
        </a:p>
      </dgm:t>
    </dgm:pt>
    <dgm:pt modelId="{1F6904F0-601B-4079-891B-5E650642DAF2}" type="parTrans" cxnId="{79C9AFED-E1BC-402B-B07E-73D820764F31}">
      <dgm:prSet/>
      <dgm:spPr/>
    </dgm:pt>
    <dgm:pt modelId="{A8DFE4FD-4615-4ACF-B0BD-A6727B3AC11D}" type="sibTrans" cxnId="{79C9AFED-E1BC-402B-B07E-73D820764F31}">
      <dgm:prSet/>
      <dgm:spPr/>
    </dgm:pt>
    <dgm:pt modelId="{7A9E5EE9-5CB6-484B-B293-72E6F4E122DC}">
      <dgm:prSet phldr="0"/>
      <dgm:spPr/>
      <dgm:t>
        <a:bodyPr/>
        <a:lstStyle/>
        <a:p>
          <a:pPr algn="ctr" rtl="0">
            <a:lnSpc>
              <a:spcPct val="90000"/>
            </a:lnSpc>
          </a:pPr>
          <a:r>
            <a:rPr lang="en-US" sz="3300" b="1" dirty="0" err="1">
              <a:latin typeface="Times"/>
              <a:ea typeface="+mn-ea"/>
              <a:cs typeface="+mn-cs"/>
            </a:rPr>
            <a:t>Prowesss</a:t>
          </a:r>
        </a:p>
      </dgm:t>
    </dgm:pt>
    <dgm:pt modelId="{6B68D29D-6E92-4A83-BA88-A6743819203F}" type="parTrans" cxnId="{10710F2E-C1D7-4CBE-9EE1-F9A06DC0E927}">
      <dgm:prSet/>
      <dgm:spPr/>
    </dgm:pt>
    <dgm:pt modelId="{43EDFE83-75E1-4032-A2C9-6E84B9B1BFB1}" type="sibTrans" cxnId="{10710F2E-C1D7-4CBE-9EE1-F9A06DC0E927}">
      <dgm:prSet/>
      <dgm:spPr/>
    </dgm:pt>
    <dgm:pt modelId="{84348607-0D8A-4D5B-B6DA-61DE7C40B19B}">
      <dgm:prSet phldr="0"/>
      <dgm:spPr/>
      <dgm:t>
        <a:bodyPr/>
        <a:lstStyle/>
        <a:p>
          <a:pPr algn="ctr">
            <a:lnSpc>
              <a:spcPct val="90000"/>
            </a:lnSpc>
          </a:pPr>
          <a:r>
            <a:rPr lang="en-US" sz="3300" b="1" dirty="0">
              <a:latin typeface="Times"/>
              <a:ea typeface="+mn-ea"/>
              <a:cs typeface="+mn-cs"/>
            </a:rPr>
            <a:t>Amaravati</a:t>
          </a:r>
        </a:p>
      </dgm:t>
    </dgm:pt>
    <dgm:pt modelId="{41F7D11F-278F-438D-AE59-D8A8A4442835}" type="parTrans" cxnId="{3AA10061-E7B4-40E5-82A4-5DC6E1A115C0}">
      <dgm:prSet/>
      <dgm:spPr/>
    </dgm:pt>
    <dgm:pt modelId="{35607205-EB8B-41E1-9C2F-BAA550D3D6AA}" type="sibTrans" cxnId="{3AA10061-E7B4-40E5-82A4-5DC6E1A115C0}">
      <dgm:prSet/>
      <dgm:spPr/>
    </dgm:pt>
    <dgm:pt modelId="{899775FB-BD94-4350-B01D-7C7F8A455900}">
      <dgm:prSet phldr="0"/>
      <dgm:spPr/>
      <dgm:t>
        <a:bodyPr/>
        <a:lstStyle/>
        <a:p>
          <a:pPr algn="ctr">
            <a:lnSpc>
              <a:spcPct val="90000"/>
            </a:lnSpc>
          </a:pPr>
          <a:r>
            <a:rPr lang="en-US" sz="2900" b="1" dirty="0">
              <a:latin typeface="Times"/>
              <a:ea typeface="+mn-ea"/>
              <a:cs typeface="+mn-cs"/>
            </a:rPr>
            <a:t>05</a:t>
          </a:r>
        </a:p>
      </dgm:t>
    </dgm:pt>
    <dgm:pt modelId="{6BD91667-44F8-412A-A498-DBE316D754AB}" type="parTrans" cxnId="{893793AC-F8C1-433F-AAA3-7AE6C5A7162E}">
      <dgm:prSet/>
      <dgm:spPr/>
    </dgm:pt>
    <dgm:pt modelId="{2106310F-9C8A-4413-B309-CA73527CCA1E}" type="sibTrans" cxnId="{893793AC-F8C1-433F-AAA3-7AE6C5A7162E}">
      <dgm:prSet/>
      <dgm:spPr/>
    </dgm:pt>
    <dgm:pt modelId="{354618F4-4A29-4B08-8A54-9BE9002685CF}" type="pres">
      <dgm:prSet presAssocID="{96EC0E2F-41AE-4DFE-A02C-DFC7F610D75A}" presName="Name0" presStyleCnt="0">
        <dgm:presLayoutVars>
          <dgm:chPref val="3"/>
          <dgm:dir/>
          <dgm:animLvl val="lvl"/>
          <dgm:resizeHandles/>
        </dgm:presLayoutVars>
      </dgm:prSet>
      <dgm:spPr/>
    </dgm:pt>
    <dgm:pt modelId="{980F9C52-0485-40E2-AA0D-8799FF050AAB}" type="pres">
      <dgm:prSet presAssocID="{9A88CC71-6A2F-4F59-A602-AF182F800C8B}" presName="horFlow" presStyleCnt="0"/>
      <dgm:spPr/>
    </dgm:pt>
    <dgm:pt modelId="{BBF65424-EC4D-4817-8CC1-2514A14D4EB4}" type="pres">
      <dgm:prSet presAssocID="{9A88CC71-6A2F-4F59-A602-AF182F800C8B}" presName="bigChev" presStyleLbl="node1" presStyleIdx="0" presStyleCnt="5"/>
      <dgm:spPr/>
    </dgm:pt>
    <dgm:pt modelId="{EE28B56A-EA38-4B1F-A9E9-C765400210FE}" type="pres">
      <dgm:prSet presAssocID="{73554D43-1550-4301-9BB5-AC2FB5697FE9}" presName="parTrans" presStyleCnt="0"/>
      <dgm:spPr/>
    </dgm:pt>
    <dgm:pt modelId="{734A009F-C1AB-4D58-B768-AD0356CBF39A}" type="pres">
      <dgm:prSet presAssocID="{F370F2B3-02CD-4CE1-B056-C6CF713D2EBF}" presName="node" presStyleLbl="alignAccFollowNode1" presStyleIdx="0" presStyleCnt="5">
        <dgm:presLayoutVars>
          <dgm:bulletEnabled val="1"/>
        </dgm:presLayoutVars>
      </dgm:prSet>
      <dgm:spPr/>
    </dgm:pt>
    <dgm:pt modelId="{3B540510-7169-4912-B147-F4D536D2E379}" type="pres">
      <dgm:prSet presAssocID="{9A88CC71-6A2F-4F59-A602-AF182F800C8B}" presName="vSp" presStyleCnt="0"/>
      <dgm:spPr/>
    </dgm:pt>
    <dgm:pt modelId="{6F073728-C2E4-46ED-91E2-5376D14219F3}" type="pres">
      <dgm:prSet presAssocID="{9E9144D7-D3AF-46F4-8210-87797C2966D9}" presName="horFlow" presStyleCnt="0"/>
      <dgm:spPr/>
    </dgm:pt>
    <dgm:pt modelId="{AAD51A27-3B7B-4226-B524-7F1CA74D8EB7}" type="pres">
      <dgm:prSet presAssocID="{9E9144D7-D3AF-46F4-8210-87797C2966D9}" presName="bigChev" presStyleLbl="node1" presStyleIdx="1" presStyleCnt="5"/>
      <dgm:spPr/>
    </dgm:pt>
    <dgm:pt modelId="{A041A04E-D045-4FE9-BA57-03090800479D}" type="pres">
      <dgm:prSet presAssocID="{CF7A680F-79C6-4994-AF94-C76C2D57FE1F}" presName="parTrans" presStyleCnt="0"/>
      <dgm:spPr/>
    </dgm:pt>
    <dgm:pt modelId="{9406FBF0-0E66-4B75-9E5F-E03B4AD1CDB7}" type="pres">
      <dgm:prSet presAssocID="{ED98E100-C8E5-4695-A877-F5AE930D9931}" presName="node" presStyleLbl="alignAccFollowNode1" presStyleIdx="1" presStyleCnt="5">
        <dgm:presLayoutVars>
          <dgm:bulletEnabled val="1"/>
        </dgm:presLayoutVars>
      </dgm:prSet>
      <dgm:spPr/>
    </dgm:pt>
    <dgm:pt modelId="{E526088B-A437-4CE0-B043-8573B736B1D2}" type="pres">
      <dgm:prSet presAssocID="{9E9144D7-D3AF-46F4-8210-87797C2966D9}" presName="vSp" presStyleCnt="0"/>
      <dgm:spPr/>
    </dgm:pt>
    <dgm:pt modelId="{5F41557F-7BAC-445A-9259-3B959D65EF79}" type="pres">
      <dgm:prSet presAssocID="{8ABE2667-765D-4603-ACEC-D078DF08482F}" presName="horFlow" presStyleCnt="0"/>
      <dgm:spPr/>
    </dgm:pt>
    <dgm:pt modelId="{EA7B5704-A530-4B83-ACE9-0FB526A444CA}" type="pres">
      <dgm:prSet presAssocID="{8ABE2667-765D-4603-ACEC-D078DF08482F}" presName="bigChev" presStyleLbl="node1" presStyleIdx="2" presStyleCnt="5"/>
      <dgm:spPr/>
    </dgm:pt>
    <dgm:pt modelId="{9D1EAD97-BE5D-462B-B3B8-E94F5A036B69}" type="pres">
      <dgm:prSet presAssocID="{2AE1366D-8742-4AA2-860E-C57F1A0B5A87}" presName="parTrans" presStyleCnt="0"/>
      <dgm:spPr/>
    </dgm:pt>
    <dgm:pt modelId="{1E0A1652-4673-4A69-90E4-CC4FD729B074}" type="pres">
      <dgm:prSet presAssocID="{1805D294-577F-456C-9751-CC5901B83D65}" presName="node" presStyleLbl="alignAccFollowNode1" presStyleIdx="2" presStyleCnt="5">
        <dgm:presLayoutVars>
          <dgm:bulletEnabled val="1"/>
        </dgm:presLayoutVars>
      </dgm:prSet>
      <dgm:spPr/>
    </dgm:pt>
    <dgm:pt modelId="{1E4A731C-A159-4D37-BA59-08181F3DF419}" type="pres">
      <dgm:prSet presAssocID="{8ABE2667-765D-4603-ACEC-D078DF08482F}" presName="vSp" presStyleCnt="0"/>
      <dgm:spPr/>
    </dgm:pt>
    <dgm:pt modelId="{E3B1E0EA-E0E0-414B-A045-922EE5E6C167}" type="pres">
      <dgm:prSet presAssocID="{7A9E5EE9-5CB6-484B-B293-72E6F4E122DC}" presName="horFlow" presStyleCnt="0"/>
      <dgm:spPr/>
    </dgm:pt>
    <dgm:pt modelId="{BCC3C8B2-0766-4F0F-AEAE-6BB11C314F48}" type="pres">
      <dgm:prSet presAssocID="{7A9E5EE9-5CB6-484B-B293-72E6F4E122DC}" presName="bigChev" presStyleLbl="node1" presStyleIdx="3" presStyleCnt="5"/>
      <dgm:spPr/>
    </dgm:pt>
    <dgm:pt modelId="{D286BDF4-CE4B-4B3C-8D81-67B3D0325D50}" type="pres">
      <dgm:prSet presAssocID="{1F6904F0-601B-4079-891B-5E650642DAF2}" presName="parTrans" presStyleCnt="0"/>
      <dgm:spPr/>
    </dgm:pt>
    <dgm:pt modelId="{71600CC0-473C-42AF-B9C1-22FCD1218E0F}" type="pres">
      <dgm:prSet presAssocID="{C21EE18B-4576-464A-AD56-C4085741CA10}" presName="node" presStyleLbl="alignAccFollowNode1" presStyleIdx="3" presStyleCnt="5">
        <dgm:presLayoutVars>
          <dgm:bulletEnabled val="1"/>
        </dgm:presLayoutVars>
      </dgm:prSet>
      <dgm:spPr/>
    </dgm:pt>
    <dgm:pt modelId="{82B660E4-CC04-4760-B846-6CD1F7C14EE0}" type="pres">
      <dgm:prSet presAssocID="{7A9E5EE9-5CB6-484B-B293-72E6F4E122DC}" presName="vSp" presStyleCnt="0"/>
      <dgm:spPr/>
    </dgm:pt>
    <dgm:pt modelId="{400A4C45-990A-473E-9EC5-89906AC1F4EB}" type="pres">
      <dgm:prSet presAssocID="{84348607-0D8A-4D5B-B6DA-61DE7C40B19B}" presName="horFlow" presStyleCnt="0"/>
      <dgm:spPr/>
    </dgm:pt>
    <dgm:pt modelId="{D4D367DD-2DF0-41BD-B06D-232149CDA8FC}" type="pres">
      <dgm:prSet presAssocID="{84348607-0D8A-4D5B-B6DA-61DE7C40B19B}" presName="bigChev" presStyleLbl="node1" presStyleIdx="4" presStyleCnt="5"/>
      <dgm:spPr/>
    </dgm:pt>
    <dgm:pt modelId="{46C551F2-1A94-49F4-BB1A-56AD9671EBDB}" type="pres">
      <dgm:prSet presAssocID="{6BD91667-44F8-412A-A498-DBE316D754AB}" presName="parTrans" presStyleCnt="0"/>
      <dgm:spPr/>
    </dgm:pt>
    <dgm:pt modelId="{C103B8E7-1BED-41D1-A637-9FAB29B0CB05}" type="pres">
      <dgm:prSet presAssocID="{899775FB-BD94-4350-B01D-7C7F8A455900}" presName="node" presStyleLbl="alignAccFollowNode1" presStyleIdx="4" presStyleCnt="5">
        <dgm:presLayoutVars>
          <dgm:bulletEnabled val="1"/>
        </dgm:presLayoutVars>
      </dgm:prSet>
      <dgm:spPr/>
    </dgm:pt>
  </dgm:ptLst>
  <dgm:cxnLst>
    <dgm:cxn modelId="{B5465B1D-7402-487A-9BE2-BB3A864835D3}" type="presOf" srcId="{8ABE2667-765D-4603-ACEC-D078DF08482F}" destId="{EA7B5704-A530-4B83-ACE9-0FB526A444CA}" srcOrd="0" destOrd="0" presId="urn:microsoft.com/office/officeart/2005/8/layout/lProcess3"/>
    <dgm:cxn modelId="{10710F2E-C1D7-4CBE-9EE1-F9A06DC0E927}" srcId="{96EC0E2F-41AE-4DFE-A02C-DFC7F610D75A}" destId="{7A9E5EE9-5CB6-484B-B293-72E6F4E122DC}" srcOrd="3" destOrd="0" parTransId="{6B68D29D-6E92-4A83-BA88-A6743819203F}" sibTransId="{43EDFE83-75E1-4032-A2C9-6E84B9B1BFB1}"/>
    <dgm:cxn modelId="{32006C34-C23E-4329-8224-FBF72DF49A70}" type="presOf" srcId="{96EC0E2F-41AE-4DFE-A02C-DFC7F610D75A}" destId="{354618F4-4A29-4B08-8A54-9BE9002685CF}" srcOrd="0" destOrd="0" presId="urn:microsoft.com/office/officeart/2005/8/layout/lProcess3"/>
    <dgm:cxn modelId="{CA809036-6774-4DE6-8222-D32326C080B2}" type="presOf" srcId="{84348607-0D8A-4D5B-B6DA-61DE7C40B19B}" destId="{D4D367DD-2DF0-41BD-B06D-232149CDA8FC}" srcOrd="0" destOrd="0" presId="urn:microsoft.com/office/officeart/2005/8/layout/lProcess3"/>
    <dgm:cxn modelId="{3AA10061-E7B4-40E5-82A4-5DC6E1A115C0}" srcId="{96EC0E2F-41AE-4DFE-A02C-DFC7F610D75A}" destId="{84348607-0D8A-4D5B-B6DA-61DE7C40B19B}" srcOrd="4" destOrd="0" parTransId="{41F7D11F-278F-438D-AE59-D8A8A4442835}" sibTransId="{35607205-EB8B-41E1-9C2F-BAA550D3D6AA}"/>
    <dgm:cxn modelId="{E6072963-F8A0-4926-BC04-B17B62BA1752}" type="presOf" srcId="{899775FB-BD94-4350-B01D-7C7F8A455900}" destId="{C103B8E7-1BED-41D1-A637-9FAB29B0CB05}" srcOrd="0" destOrd="0" presId="urn:microsoft.com/office/officeart/2005/8/layout/lProcess3"/>
    <dgm:cxn modelId="{5C4FB04C-F8BB-4D98-9929-8315F6EC0652}" type="presOf" srcId="{9A88CC71-6A2F-4F59-A602-AF182F800C8B}" destId="{BBF65424-EC4D-4817-8CC1-2514A14D4EB4}" srcOrd="0" destOrd="0" presId="urn:microsoft.com/office/officeart/2005/8/layout/lProcess3"/>
    <dgm:cxn modelId="{406AD16C-5BB2-4DF1-884F-CB82D578FE98}" type="presOf" srcId="{9E9144D7-D3AF-46F4-8210-87797C2966D9}" destId="{AAD51A27-3B7B-4226-B524-7F1CA74D8EB7}" srcOrd="0" destOrd="0" presId="urn:microsoft.com/office/officeart/2005/8/layout/lProcess3"/>
    <dgm:cxn modelId="{1C38B350-FE64-4608-85DF-53B393032F23}" srcId="{96EC0E2F-41AE-4DFE-A02C-DFC7F610D75A}" destId="{9E9144D7-D3AF-46F4-8210-87797C2966D9}" srcOrd="1" destOrd="0" parTransId="{F022CE44-D7B8-4EB8-AB25-BC6BE838E97C}" sibTransId="{C6E34F8A-3C2B-40A3-B7A1-E7D48E76BE46}"/>
    <dgm:cxn modelId="{E4F99256-15DD-4BA9-B06D-BCFEF9AE2643}" type="presOf" srcId="{C21EE18B-4576-464A-AD56-C4085741CA10}" destId="{71600CC0-473C-42AF-B9C1-22FCD1218E0F}" srcOrd="0" destOrd="0" presId="urn:microsoft.com/office/officeart/2005/8/layout/lProcess3"/>
    <dgm:cxn modelId="{8BCE0C57-DD98-442F-A787-5ECCD6264773}" srcId="{96EC0E2F-41AE-4DFE-A02C-DFC7F610D75A}" destId="{8ABE2667-765D-4603-ACEC-D078DF08482F}" srcOrd="2" destOrd="0" parTransId="{79478C74-D7DA-4C11-A724-051EC6C4FA93}" sibTransId="{304E290A-774B-404E-AA4A-466FF373A97E}"/>
    <dgm:cxn modelId="{E815CB84-7C17-45F4-B5A5-AFC2889366B9}" type="presOf" srcId="{F370F2B3-02CD-4CE1-B056-C6CF713D2EBF}" destId="{734A009F-C1AB-4D58-B768-AD0356CBF39A}" srcOrd="0" destOrd="0" presId="urn:microsoft.com/office/officeart/2005/8/layout/lProcess3"/>
    <dgm:cxn modelId="{A3B634A5-94B9-4FBD-803F-4DA4F53C3DAF}" srcId="{8ABE2667-765D-4603-ACEC-D078DF08482F}" destId="{1805D294-577F-456C-9751-CC5901B83D65}" srcOrd="0" destOrd="0" parTransId="{2AE1366D-8742-4AA2-860E-C57F1A0B5A87}" sibTransId="{543AC125-CF11-4B0C-8385-6D786760E1D0}"/>
    <dgm:cxn modelId="{893793AC-F8C1-433F-AAA3-7AE6C5A7162E}" srcId="{84348607-0D8A-4D5B-B6DA-61DE7C40B19B}" destId="{899775FB-BD94-4350-B01D-7C7F8A455900}" srcOrd="0" destOrd="0" parTransId="{6BD91667-44F8-412A-A498-DBE316D754AB}" sibTransId="{2106310F-9C8A-4413-B309-CA73527CCA1E}"/>
    <dgm:cxn modelId="{59C276BE-BD16-4ACC-9AD4-B8D2D81BAF5D}" srcId="{9A88CC71-6A2F-4F59-A602-AF182F800C8B}" destId="{F370F2B3-02CD-4CE1-B056-C6CF713D2EBF}" srcOrd="0" destOrd="0" parTransId="{73554D43-1550-4301-9BB5-AC2FB5697FE9}" sibTransId="{03F3651E-9344-41CA-915C-8081AB568DE6}"/>
    <dgm:cxn modelId="{A1CBC9D2-BB53-43A9-951C-D8E15FA8745A}" srcId="{96EC0E2F-41AE-4DFE-A02C-DFC7F610D75A}" destId="{9A88CC71-6A2F-4F59-A602-AF182F800C8B}" srcOrd="0" destOrd="0" parTransId="{9AF03388-9C2C-4D11-99ED-EF636C450CB8}" sibTransId="{5C1F017D-75E8-4321-A11A-E11A426D130E}"/>
    <dgm:cxn modelId="{2C2FBDD6-BF7B-4AEB-BD48-6F2F2362F7C6}" type="presOf" srcId="{7A9E5EE9-5CB6-484B-B293-72E6F4E122DC}" destId="{BCC3C8B2-0766-4F0F-AEAE-6BB11C314F48}" srcOrd="0" destOrd="0" presId="urn:microsoft.com/office/officeart/2005/8/layout/lProcess3"/>
    <dgm:cxn modelId="{707C86E6-FFA3-4246-8251-B57851BEA67A}" type="presOf" srcId="{ED98E100-C8E5-4695-A877-F5AE930D9931}" destId="{9406FBF0-0E66-4B75-9E5F-E03B4AD1CDB7}" srcOrd="0" destOrd="0" presId="urn:microsoft.com/office/officeart/2005/8/layout/lProcess3"/>
    <dgm:cxn modelId="{B014D1E9-1577-4513-B94A-C62810E0A181}" srcId="{9E9144D7-D3AF-46F4-8210-87797C2966D9}" destId="{ED98E100-C8E5-4695-A877-F5AE930D9931}" srcOrd="0" destOrd="0" parTransId="{CF7A680F-79C6-4994-AF94-C76C2D57FE1F}" sibTransId="{7109D0D0-4394-4D7C-9D31-C9D3D6930F9A}"/>
    <dgm:cxn modelId="{79C9AFED-E1BC-402B-B07E-73D820764F31}" srcId="{7A9E5EE9-5CB6-484B-B293-72E6F4E122DC}" destId="{C21EE18B-4576-464A-AD56-C4085741CA10}" srcOrd="0" destOrd="0" parTransId="{1F6904F0-601B-4079-891B-5E650642DAF2}" sibTransId="{A8DFE4FD-4615-4ACF-B0BD-A6727B3AC11D}"/>
    <dgm:cxn modelId="{177EF9F1-561C-4227-8BBC-36477DF1EFD0}" type="presOf" srcId="{1805D294-577F-456C-9751-CC5901B83D65}" destId="{1E0A1652-4673-4A69-90E4-CC4FD729B074}" srcOrd="0" destOrd="0" presId="urn:microsoft.com/office/officeart/2005/8/layout/lProcess3"/>
    <dgm:cxn modelId="{C59A7AD5-D536-42F0-B5B9-F513791C88EF}" type="presParOf" srcId="{354618F4-4A29-4B08-8A54-9BE9002685CF}" destId="{980F9C52-0485-40E2-AA0D-8799FF050AAB}" srcOrd="0" destOrd="0" presId="urn:microsoft.com/office/officeart/2005/8/layout/lProcess3"/>
    <dgm:cxn modelId="{F11923CE-D4DD-4302-8E5A-0176A032CE31}" type="presParOf" srcId="{980F9C52-0485-40E2-AA0D-8799FF050AAB}" destId="{BBF65424-EC4D-4817-8CC1-2514A14D4EB4}" srcOrd="0" destOrd="0" presId="urn:microsoft.com/office/officeart/2005/8/layout/lProcess3"/>
    <dgm:cxn modelId="{3A500249-9642-4E74-B810-6772919ECE94}" type="presParOf" srcId="{980F9C52-0485-40E2-AA0D-8799FF050AAB}" destId="{EE28B56A-EA38-4B1F-A9E9-C765400210FE}" srcOrd="1" destOrd="0" presId="urn:microsoft.com/office/officeart/2005/8/layout/lProcess3"/>
    <dgm:cxn modelId="{7AE418AF-9DAB-47E2-83F1-5CEF0D154BD9}" type="presParOf" srcId="{980F9C52-0485-40E2-AA0D-8799FF050AAB}" destId="{734A009F-C1AB-4D58-B768-AD0356CBF39A}" srcOrd="2" destOrd="0" presId="urn:microsoft.com/office/officeart/2005/8/layout/lProcess3"/>
    <dgm:cxn modelId="{1DD48328-74AC-4EFD-9034-497F1EE8A272}" type="presParOf" srcId="{354618F4-4A29-4B08-8A54-9BE9002685CF}" destId="{3B540510-7169-4912-B147-F4D536D2E379}" srcOrd="1" destOrd="0" presId="urn:microsoft.com/office/officeart/2005/8/layout/lProcess3"/>
    <dgm:cxn modelId="{4FD8D4BA-C88B-460C-8F7D-75B54EA3857E}" type="presParOf" srcId="{354618F4-4A29-4B08-8A54-9BE9002685CF}" destId="{6F073728-C2E4-46ED-91E2-5376D14219F3}" srcOrd="2" destOrd="0" presId="urn:microsoft.com/office/officeart/2005/8/layout/lProcess3"/>
    <dgm:cxn modelId="{469A7869-24CE-4373-AC0D-57C636F2B147}" type="presParOf" srcId="{6F073728-C2E4-46ED-91E2-5376D14219F3}" destId="{AAD51A27-3B7B-4226-B524-7F1CA74D8EB7}" srcOrd="0" destOrd="0" presId="urn:microsoft.com/office/officeart/2005/8/layout/lProcess3"/>
    <dgm:cxn modelId="{A08035C7-95A1-4B3F-B208-6FC4A4C234BF}" type="presParOf" srcId="{6F073728-C2E4-46ED-91E2-5376D14219F3}" destId="{A041A04E-D045-4FE9-BA57-03090800479D}" srcOrd="1" destOrd="0" presId="urn:microsoft.com/office/officeart/2005/8/layout/lProcess3"/>
    <dgm:cxn modelId="{517A6E7B-8474-4BB1-AE36-C09F0E709A4A}" type="presParOf" srcId="{6F073728-C2E4-46ED-91E2-5376D14219F3}" destId="{9406FBF0-0E66-4B75-9E5F-E03B4AD1CDB7}" srcOrd="2" destOrd="0" presId="urn:microsoft.com/office/officeart/2005/8/layout/lProcess3"/>
    <dgm:cxn modelId="{54BC8C97-7A22-4828-8308-169E243F4440}" type="presParOf" srcId="{354618F4-4A29-4B08-8A54-9BE9002685CF}" destId="{E526088B-A437-4CE0-B043-8573B736B1D2}" srcOrd="3" destOrd="0" presId="urn:microsoft.com/office/officeart/2005/8/layout/lProcess3"/>
    <dgm:cxn modelId="{A5E79698-CF15-4BD0-94A3-766A92FF70FC}" type="presParOf" srcId="{354618F4-4A29-4B08-8A54-9BE9002685CF}" destId="{5F41557F-7BAC-445A-9259-3B959D65EF79}" srcOrd="4" destOrd="0" presId="urn:microsoft.com/office/officeart/2005/8/layout/lProcess3"/>
    <dgm:cxn modelId="{CB7F3989-C80E-4BF7-8D63-12512A1CDC0E}" type="presParOf" srcId="{5F41557F-7BAC-445A-9259-3B959D65EF79}" destId="{EA7B5704-A530-4B83-ACE9-0FB526A444CA}" srcOrd="0" destOrd="0" presId="urn:microsoft.com/office/officeart/2005/8/layout/lProcess3"/>
    <dgm:cxn modelId="{D1BB8050-5182-4D05-AEE9-CBC445E6B35B}" type="presParOf" srcId="{5F41557F-7BAC-445A-9259-3B959D65EF79}" destId="{9D1EAD97-BE5D-462B-B3B8-E94F5A036B69}" srcOrd="1" destOrd="0" presId="urn:microsoft.com/office/officeart/2005/8/layout/lProcess3"/>
    <dgm:cxn modelId="{2132689C-F1A4-464D-871D-9907AF761A85}" type="presParOf" srcId="{5F41557F-7BAC-445A-9259-3B959D65EF79}" destId="{1E0A1652-4673-4A69-90E4-CC4FD729B074}" srcOrd="2" destOrd="0" presId="urn:microsoft.com/office/officeart/2005/8/layout/lProcess3"/>
    <dgm:cxn modelId="{754BCBCE-2E33-4EC6-91FA-4CFE9DCD132B}" type="presParOf" srcId="{354618F4-4A29-4B08-8A54-9BE9002685CF}" destId="{1E4A731C-A159-4D37-BA59-08181F3DF419}" srcOrd="5" destOrd="0" presId="urn:microsoft.com/office/officeart/2005/8/layout/lProcess3"/>
    <dgm:cxn modelId="{414E8B8E-4909-4B5F-B5EA-E07799C043B8}" type="presParOf" srcId="{354618F4-4A29-4B08-8A54-9BE9002685CF}" destId="{E3B1E0EA-E0E0-414B-A045-922EE5E6C167}" srcOrd="6" destOrd="0" presId="urn:microsoft.com/office/officeart/2005/8/layout/lProcess3"/>
    <dgm:cxn modelId="{2CB967CF-8453-4EF1-AF96-5651C8671AD5}" type="presParOf" srcId="{E3B1E0EA-E0E0-414B-A045-922EE5E6C167}" destId="{BCC3C8B2-0766-4F0F-AEAE-6BB11C314F48}" srcOrd="0" destOrd="0" presId="urn:microsoft.com/office/officeart/2005/8/layout/lProcess3"/>
    <dgm:cxn modelId="{429C49D2-89A6-4A0F-B0A1-0F8A8AC3AC95}" type="presParOf" srcId="{E3B1E0EA-E0E0-414B-A045-922EE5E6C167}" destId="{D286BDF4-CE4B-4B3C-8D81-67B3D0325D50}" srcOrd="1" destOrd="0" presId="urn:microsoft.com/office/officeart/2005/8/layout/lProcess3"/>
    <dgm:cxn modelId="{DC28C1CA-B54D-42AF-98DA-713E34E8F3EA}" type="presParOf" srcId="{E3B1E0EA-E0E0-414B-A045-922EE5E6C167}" destId="{71600CC0-473C-42AF-B9C1-22FCD1218E0F}" srcOrd="2" destOrd="0" presId="urn:microsoft.com/office/officeart/2005/8/layout/lProcess3"/>
    <dgm:cxn modelId="{E5130819-A977-4423-99F3-5687646E6C4A}" type="presParOf" srcId="{354618F4-4A29-4B08-8A54-9BE9002685CF}" destId="{82B660E4-CC04-4760-B846-6CD1F7C14EE0}" srcOrd="7" destOrd="0" presId="urn:microsoft.com/office/officeart/2005/8/layout/lProcess3"/>
    <dgm:cxn modelId="{16EE19F4-AD7E-42F5-B01B-BCF91CB7EC8E}" type="presParOf" srcId="{354618F4-4A29-4B08-8A54-9BE9002685CF}" destId="{400A4C45-990A-473E-9EC5-89906AC1F4EB}" srcOrd="8" destOrd="0" presId="urn:microsoft.com/office/officeart/2005/8/layout/lProcess3"/>
    <dgm:cxn modelId="{B93B24CC-E620-4F79-9DA7-2842CA6E9EC5}" type="presParOf" srcId="{400A4C45-990A-473E-9EC5-89906AC1F4EB}" destId="{D4D367DD-2DF0-41BD-B06D-232149CDA8FC}" srcOrd="0" destOrd="0" presId="urn:microsoft.com/office/officeart/2005/8/layout/lProcess3"/>
    <dgm:cxn modelId="{33918E6D-8905-4497-92FA-886D1598DB8C}" type="presParOf" srcId="{400A4C45-990A-473E-9EC5-89906AC1F4EB}" destId="{46C551F2-1A94-49F4-BB1A-56AD9671EBDB}" srcOrd="1" destOrd="0" presId="urn:microsoft.com/office/officeart/2005/8/layout/lProcess3"/>
    <dgm:cxn modelId="{28977CBF-5107-4A4D-8764-A266708D81AE}" type="presParOf" srcId="{400A4C45-990A-473E-9EC5-89906AC1F4EB}" destId="{C103B8E7-1BED-41D1-A637-9FAB29B0CB05}" srcOrd="2" destOrd="0" presId="urn:microsoft.com/office/officeart/2005/8/layout/l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6EC0E2F-41AE-4DFE-A02C-DFC7F610D75A}" type="doc">
      <dgm:prSet loTypeId="urn:microsoft.com/office/officeart/2005/8/layout/pyramid2" loCatId="pyramid" qsTypeId="urn:microsoft.com/office/officeart/2005/8/quickstyle/simple2" qsCatId="simple" csTypeId="urn:microsoft.com/office/officeart/2005/8/colors/accent1_2" csCatId="accent1" phldr="1"/>
      <dgm:spPr/>
      <dgm:t>
        <a:bodyPr/>
        <a:lstStyle/>
        <a:p>
          <a:endParaRPr lang="en-US"/>
        </a:p>
      </dgm:t>
    </dgm:pt>
    <dgm:pt modelId="{9A88CC71-6A2F-4F59-A602-AF182F800C8B}">
      <dgm:prSet phldr="0" custT="1"/>
      <dgm:spPr/>
      <dgm:t>
        <a:bodyPr/>
        <a:lstStyle/>
        <a:p>
          <a:pPr algn="ctr" rtl="0">
            <a:lnSpc>
              <a:spcPct val="90000"/>
            </a:lnSpc>
          </a:pPr>
          <a:r>
            <a:rPr lang="en-US" sz="3300" b="1">
              <a:latin typeface="Times"/>
              <a:ea typeface="+mn-ea"/>
              <a:cs typeface="+mn-cs"/>
            </a:rPr>
            <a:t>Vedavyas (UI/UX)</a:t>
          </a:r>
        </a:p>
      </dgm:t>
    </dgm:pt>
    <dgm:pt modelId="{9AF03388-9C2C-4D11-99ED-EF636C450CB8}" type="parTrans" cxnId="{A1CBC9D2-BB53-43A9-951C-D8E15FA8745A}">
      <dgm:prSet/>
      <dgm:spPr/>
    </dgm:pt>
    <dgm:pt modelId="{5C1F017D-75E8-4321-A11A-E11A426D130E}" type="sibTrans" cxnId="{A1CBC9D2-BB53-43A9-951C-D8E15FA8745A}">
      <dgm:prSet/>
      <dgm:spPr/>
    </dgm:pt>
    <dgm:pt modelId="{9E9144D7-D3AF-46F4-8210-87797C2966D9}">
      <dgm:prSet phldr="0"/>
      <dgm:spPr/>
      <dgm:t>
        <a:bodyPr/>
        <a:lstStyle/>
        <a:p>
          <a:pPr algn="ctr" rtl="0">
            <a:lnSpc>
              <a:spcPct val="90000"/>
            </a:lnSpc>
          </a:pPr>
          <a:r>
            <a:rPr lang="en-US" sz="3300" b="1">
              <a:latin typeface="Times"/>
              <a:ea typeface="+mn-ea"/>
              <a:cs typeface="+mn-cs"/>
            </a:rPr>
            <a:t>Saritha (UI/UX)</a:t>
          </a:r>
        </a:p>
      </dgm:t>
    </dgm:pt>
    <dgm:pt modelId="{F022CE44-D7B8-4EB8-AB25-BC6BE838E97C}" type="parTrans" cxnId="{1C38B350-FE64-4608-85DF-53B393032F23}">
      <dgm:prSet/>
      <dgm:spPr/>
    </dgm:pt>
    <dgm:pt modelId="{C6E34F8A-3C2B-40A3-B7A1-E7D48E76BE46}" type="sibTrans" cxnId="{1C38B350-FE64-4608-85DF-53B393032F23}">
      <dgm:prSet/>
      <dgm:spPr/>
    </dgm:pt>
    <dgm:pt modelId="{8ABE2667-765D-4603-ACEC-D078DF08482F}">
      <dgm:prSet phldr="0"/>
      <dgm:spPr/>
      <dgm:t>
        <a:bodyPr/>
        <a:lstStyle/>
        <a:p>
          <a:pPr algn="ctr">
            <a:lnSpc>
              <a:spcPct val="90000"/>
            </a:lnSpc>
          </a:pPr>
          <a:r>
            <a:rPr lang="en-US" sz="3300" b="1">
              <a:latin typeface="Times"/>
              <a:ea typeface="+mn-ea"/>
              <a:cs typeface="+mn-cs"/>
            </a:rPr>
            <a:t>Sravan(AI/ML)</a:t>
          </a:r>
        </a:p>
      </dgm:t>
    </dgm:pt>
    <dgm:pt modelId="{79478C74-D7DA-4C11-A724-051EC6C4FA93}" type="parTrans" cxnId="{8BCE0C57-DD98-442F-A787-5ECCD6264773}">
      <dgm:prSet/>
      <dgm:spPr/>
    </dgm:pt>
    <dgm:pt modelId="{304E290A-774B-404E-AA4A-466FF373A97E}" type="sibTrans" cxnId="{8BCE0C57-DD98-442F-A787-5ECCD6264773}">
      <dgm:prSet/>
      <dgm:spPr/>
    </dgm:pt>
    <dgm:pt modelId="{4AD7885C-F675-4697-BB1F-A8EA4D3CEF93}" type="pres">
      <dgm:prSet presAssocID="{96EC0E2F-41AE-4DFE-A02C-DFC7F610D75A}" presName="compositeShape" presStyleCnt="0">
        <dgm:presLayoutVars>
          <dgm:dir/>
          <dgm:resizeHandles/>
        </dgm:presLayoutVars>
      </dgm:prSet>
      <dgm:spPr/>
    </dgm:pt>
    <dgm:pt modelId="{5237270C-F223-4EFC-87E0-8B3A9CC4A69E}" type="pres">
      <dgm:prSet presAssocID="{96EC0E2F-41AE-4DFE-A02C-DFC7F610D75A}" presName="pyramid" presStyleLbl="node1" presStyleIdx="0" presStyleCnt="1"/>
      <dgm:spPr/>
    </dgm:pt>
    <dgm:pt modelId="{4BA909BE-6D77-439A-A332-A9401DECF0E8}" type="pres">
      <dgm:prSet presAssocID="{96EC0E2F-41AE-4DFE-A02C-DFC7F610D75A}" presName="theList" presStyleCnt="0"/>
      <dgm:spPr/>
    </dgm:pt>
    <dgm:pt modelId="{12A1E172-EE9F-426F-9A9F-7E302A9E4EE1}" type="pres">
      <dgm:prSet presAssocID="{9A88CC71-6A2F-4F59-A602-AF182F800C8B}" presName="aNode" presStyleLbl="fgAcc1" presStyleIdx="0" presStyleCnt="3">
        <dgm:presLayoutVars>
          <dgm:bulletEnabled val="1"/>
        </dgm:presLayoutVars>
      </dgm:prSet>
      <dgm:spPr/>
    </dgm:pt>
    <dgm:pt modelId="{7518F5D7-6629-4427-93FC-E6291644C8F3}" type="pres">
      <dgm:prSet presAssocID="{9A88CC71-6A2F-4F59-A602-AF182F800C8B}" presName="aSpace" presStyleCnt="0"/>
      <dgm:spPr/>
    </dgm:pt>
    <dgm:pt modelId="{F322D098-DC09-41B7-B256-4A1294DE7BB4}" type="pres">
      <dgm:prSet presAssocID="{9E9144D7-D3AF-46F4-8210-87797C2966D9}" presName="aNode" presStyleLbl="fgAcc1" presStyleIdx="1" presStyleCnt="3">
        <dgm:presLayoutVars>
          <dgm:bulletEnabled val="1"/>
        </dgm:presLayoutVars>
      </dgm:prSet>
      <dgm:spPr/>
    </dgm:pt>
    <dgm:pt modelId="{BB291890-72AD-44E1-9B26-B0A573DBBB8E}" type="pres">
      <dgm:prSet presAssocID="{9E9144D7-D3AF-46F4-8210-87797C2966D9}" presName="aSpace" presStyleCnt="0"/>
      <dgm:spPr/>
    </dgm:pt>
    <dgm:pt modelId="{2C405E6C-DB4A-4427-A472-A8D88324B0B8}" type="pres">
      <dgm:prSet presAssocID="{8ABE2667-765D-4603-ACEC-D078DF08482F}" presName="aNode" presStyleLbl="fgAcc1" presStyleIdx="2" presStyleCnt="3">
        <dgm:presLayoutVars>
          <dgm:bulletEnabled val="1"/>
        </dgm:presLayoutVars>
      </dgm:prSet>
      <dgm:spPr/>
    </dgm:pt>
    <dgm:pt modelId="{B46B8CDD-B4B1-4480-B6DD-C21952C5D1CA}" type="pres">
      <dgm:prSet presAssocID="{8ABE2667-765D-4603-ACEC-D078DF08482F}" presName="aSpace" presStyleCnt="0"/>
      <dgm:spPr/>
    </dgm:pt>
  </dgm:ptLst>
  <dgm:cxnLst>
    <dgm:cxn modelId="{67B3AC66-750C-4F02-939E-39C95E232D75}" type="presOf" srcId="{9A88CC71-6A2F-4F59-A602-AF182F800C8B}" destId="{12A1E172-EE9F-426F-9A9F-7E302A9E4EE1}" srcOrd="0" destOrd="0" presId="urn:microsoft.com/office/officeart/2005/8/layout/pyramid2"/>
    <dgm:cxn modelId="{8F95DE46-D6A6-48C9-AA60-065CD967D4E7}" type="presOf" srcId="{8ABE2667-765D-4603-ACEC-D078DF08482F}" destId="{2C405E6C-DB4A-4427-A472-A8D88324B0B8}" srcOrd="0" destOrd="0" presId="urn:microsoft.com/office/officeart/2005/8/layout/pyramid2"/>
    <dgm:cxn modelId="{1C38B350-FE64-4608-85DF-53B393032F23}" srcId="{96EC0E2F-41AE-4DFE-A02C-DFC7F610D75A}" destId="{9E9144D7-D3AF-46F4-8210-87797C2966D9}" srcOrd="1" destOrd="0" parTransId="{F022CE44-D7B8-4EB8-AB25-BC6BE838E97C}" sibTransId="{C6E34F8A-3C2B-40A3-B7A1-E7D48E76BE46}"/>
    <dgm:cxn modelId="{8BCE0C57-DD98-442F-A787-5ECCD6264773}" srcId="{96EC0E2F-41AE-4DFE-A02C-DFC7F610D75A}" destId="{8ABE2667-765D-4603-ACEC-D078DF08482F}" srcOrd="2" destOrd="0" parTransId="{79478C74-D7DA-4C11-A724-051EC6C4FA93}" sibTransId="{304E290A-774B-404E-AA4A-466FF373A97E}"/>
    <dgm:cxn modelId="{268CD894-8E82-42B3-A0E7-976C137F68EF}" type="presOf" srcId="{9E9144D7-D3AF-46F4-8210-87797C2966D9}" destId="{F322D098-DC09-41B7-B256-4A1294DE7BB4}" srcOrd="0" destOrd="0" presId="urn:microsoft.com/office/officeart/2005/8/layout/pyramid2"/>
    <dgm:cxn modelId="{A1CBC9D2-BB53-43A9-951C-D8E15FA8745A}" srcId="{96EC0E2F-41AE-4DFE-A02C-DFC7F610D75A}" destId="{9A88CC71-6A2F-4F59-A602-AF182F800C8B}" srcOrd="0" destOrd="0" parTransId="{9AF03388-9C2C-4D11-99ED-EF636C450CB8}" sibTransId="{5C1F017D-75E8-4321-A11A-E11A426D130E}"/>
    <dgm:cxn modelId="{462A4EE1-6513-4471-93BB-13C45ABD567D}" type="presOf" srcId="{96EC0E2F-41AE-4DFE-A02C-DFC7F610D75A}" destId="{4AD7885C-F675-4697-BB1F-A8EA4D3CEF93}" srcOrd="0" destOrd="0" presId="urn:microsoft.com/office/officeart/2005/8/layout/pyramid2"/>
    <dgm:cxn modelId="{5FEE2283-7EE1-463E-8D61-091FA02BC5C3}" type="presParOf" srcId="{4AD7885C-F675-4697-BB1F-A8EA4D3CEF93}" destId="{5237270C-F223-4EFC-87E0-8B3A9CC4A69E}" srcOrd="0" destOrd="0" presId="urn:microsoft.com/office/officeart/2005/8/layout/pyramid2"/>
    <dgm:cxn modelId="{9D16DF0E-664D-4954-9C2E-C5AC1891E9A0}" type="presParOf" srcId="{4AD7885C-F675-4697-BB1F-A8EA4D3CEF93}" destId="{4BA909BE-6D77-439A-A332-A9401DECF0E8}" srcOrd="1" destOrd="0" presId="urn:microsoft.com/office/officeart/2005/8/layout/pyramid2"/>
    <dgm:cxn modelId="{DA20D1C9-66C6-403B-A8D5-B78236787668}" type="presParOf" srcId="{4BA909BE-6D77-439A-A332-A9401DECF0E8}" destId="{12A1E172-EE9F-426F-9A9F-7E302A9E4EE1}" srcOrd="0" destOrd="0" presId="urn:microsoft.com/office/officeart/2005/8/layout/pyramid2"/>
    <dgm:cxn modelId="{F7228955-B0A5-4070-BD2F-A7F67694FDD9}" type="presParOf" srcId="{4BA909BE-6D77-439A-A332-A9401DECF0E8}" destId="{7518F5D7-6629-4427-93FC-E6291644C8F3}" srcOrd="1" destOrd="0" presId="urn:microsoft.com/office/officeart/2005/8/layout/pyramid2"/>
    <dgm:cxn modelId="{7C7A9481-4704-4030-BFF4-F52AFBEFB2A5}" type="presParOf" srcId="{4BA909BE-6D77-439A-A332-A9401DECF0E8}" destId="{F322D098-DC09-41B7-B256-4A1294DE7BB4}" srcOrd="2" destOrd="0" presId="urn:microsoft.com/office/officeart/2005/8/layout/pyramid2"/>
    <dgm:cxn modelId="{867D4FC2-4FC0-4AA5-8941-D4EEAB82EA7D}" type="presParOf" srcId="{4BA909BE-6D77-439A-A332-A9401DECF0E8}" destId="{BB291890-72AD-44E1-9B26-B0A573DBBB8E}" srcOrd="3" destOrd="0" presId="urn:microsoft.com/office/officeart/2005/8/layout/pyramid2"/>
    <dgm:cxn modelId="{9E7BBD18-3491-49AA-9413-163261A0AEB7}" type="presParOf" srcId="{4BA909BE-6D77-439A-A332-A9401DECF0E8}" destId="{2C405E6C-DB4A-4427-A472-A8D88324B0B8}" srcOrd="4" destOrd="0" presId="urn:microsoft.com/office/officeart/2005/8/layout/pyramid2"/>
    <dgm:cxn modelId="{7B0B4602-6148-4F5E-AF4E-D572EE90A604}" type="presParOf" srcId="{4BA909BE-6D77-439A-A332-A9401DECF0E8}" destId="{B46B8CDD-B4B1-4480-B6DD-C21952C5D1CA}" srcOrd="5" destOrd="0" presId="urn:microsoft.com/office/officeart/2005/8/layout/pyramid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6EC0E2F-41AE-4DFE-A02C-DFC7F610D75A}" type="doc">
      <dgm:prSet loTypeId="urn:microsoft.com/office/officeart/2005/8/layout/pyramid2" loCatId="pyramid" qsTypeId="urn:microsoft.com/office/officeart/2005/8/quickstyle/simple2" qsCatId="simple" csTypeId="urn:microsoft.com/office/officeart/2005/8/colors/accent1_2" csCatId="accent1" phldr="1"/>
      <dgm:spPr/>
      <dgm:t>
        <a:bodyPr/>
        <a:lstStyle/>
        <a:p>
          <a:endParaRPr lang="en-US"/>
        </a:p>
      </dgm:t>
    </dgm:pt>
    <dgm:pt modelId="{9A88CC71-6A2F-4F59-A602-AF182F800C8B}">
      <dgm:prSet phldr="0" custT="1"/>
      <dgm:spPr/>
      <dgm:t>
        <a:bodyPr/>
        <a:lstStyle/>
        <a:p>
          <a:pPr algn="ctr" rtl="0">
            <a:lnSpc>
              <a:spcPct val="90000"/>
            </a:lnSpc>
          </a:pPr>
          <a:r>
            <a:rPr lang="en-US" sz="3300" b="1">
              <a:latin typeface="Times"/>
              <a:ea typeface="+mn-ea"/>
              <a:cs typeface="+mn-cs"/>
            </a:rPr>
            <a:t> Yash Chavan (AI/ML)</a:t>
          </a:r>
        </a:p>
      </dgm:t>
    </dgm:pt>
    <dgm:pt modelId="{9AF03388-9C2C-4D11-99ED-EF636C450CB8}" type="parTrans" cxnId="{A1CBC9D2-BB53-43A9-951C-D8E15FA8745A}">
      <dgm:prSet/>
      <dgm:spPr/>
    </dgm:pt>
    <dgm:pt modelId="{5C1F017D-75E8-4321-A11A-E11A426D130E}" type="sibTrans" cxnId="{A1CBC9D2-BB53-43A9-951C-D8E15FA8745A}">
      <dgm:prSet/>
      <dgm:spPr/>
    </dgm:pt>
    <dgm:pt modelId="{9E9144D7-D3AF-46F4-8210-87797C2966D9}">
      <dgm:prSet phldr="0"/>
      <dgm:spPr/>
      <dgm:t>
        <a:bodyPr/>
        <a:lstStyle/>
        <a:p>
          <a:pPr algn="ctr" rtl="0">
            <a:lnSpc>
              <a:spcPct val="90000"/>
            </a:lnSpc>
          </a:pPr>
          <a:r>
            <a:rPr lang="en-US" sz="3300" b="1" dirty="0">
              <a:latin typeface="Times"/>
              <a:ea typeface="+mn-ea"/>
              <a:cs typeface="+mn-cs"/>
            </a:rPr>
            <a:t>Omkar </a:t>
          </a:r>
          <a:r>
            <a:rPr lang="en-US" sz="3300" b="1" dirty="0" err="1">
              <a:latin typeface="Times"/>
              <a:ea typeface="+mn-ea"/>
              <a:cs typeface="+mn-cs"/>
            </a:rPr>
            <a:t>Khadake</a:t>
          </a:r>
          <a:r>
            <a:rPr lang="en-US" sz="3300" b="1" dirty="0">
              <a:latin typeface="Times"/>
              <a:ea typeface="+mn-ea"/>
              <a:cs typeface="+mn-cs"/>
            </a:rPr>
            <a:t> (DevOps)</a:t>
          </a:r>
        </a:p>
      </dgm:t>
    </dgm:pt>
    <dgm:pt modelId="{F022CE44-D7B8-4EB8-AB25-BC6BE838E97C}" type="parTrans" cxnId="{1C38B350-FE64-4608-85DF-53B393032F23}">
      <dgm:prSet/>
      <dgm:spPr/>
    </dgm:pt>
    <dgm:pt modelId="{C6E34F8A-3C2B-40A3-B7A1-E7D48E76BE46}" type="sibTrans" cxnId="{1C38B350-FE64-4608-85DF-53B393032F23}">
      <dgm:prSet/>
      <dgm:spPr/>
    </dgm:pt>
    <dgm:pt modelId="{8ABE2667-765D-4603-ACEC-D078DF08482F}">
      <dgm:prSet phldr="0"/>
      <dgm:spPr/>
      <dgm:t>
        <a:bodyPr/>
        <a:lstStyle/>
        <a:p>
          <a:pPr algn="ctr" rtl="0">
            <a:lnSpc>
              <a:spcPct val="90000"/>
            </a:lnSpc>
          </a:pPr>
          <a:r>
            <a:rPr lang="en-US" sz="3300" b="1">
              <a:latin typeface="Times"/>
              <a:ea typeface="+mn-ea"/>
              <a:cs typeface="+mn-cs"/>
            </a:rPr>
            <a:t>Swapnil (Back End)</a:t>
          </a:r>
        </a:p>
      </dgm:t>
    </dgm:pt>
    <dgm:pt modelId="{79478C74-D7DA-4C11-A724-051EC6C4FA93}" type="parTrans" cxnId="{8BCE0C57-DD98-442F-A787-5ECCD6264773}">
      <dgm:prSet/>
      <dgm:spPr/>
    </dgm:pt>
    <dgm:pt modelId="{304E290A-774B-404E-AA4A-466FF373A97E}" type="sibTrans" cxnId="{8BCE0C57-DD98-442F-A787-5ECCD6264773}">
      <dgm:prSet/>
      <dgm:spPr/>
    </dgm:pt>
    <dgm:pt modelId="{C3B405D4-8AD6-475D-8A63-3A18BFE9CC06}">
      <dgm:prSet phldr="0"/>
      <dgm:spPr/>
      <dgm:t>
        <a:bodyPr/>
        <a:lstStyle/>
        <a:p>
          <a:pPr algn="ctr" rtl="0">
            <a:lnSpc>
              <a:spcPct val="90000"/>
            </a:lnSpc>
          </a:pPr>
          <a:r>
            <a:rPr lang="en-US" sz="3300" b="1" dirty="0" err="1">
              <a:latin typeface="Times"/>
              <a:ea typeface="+mn-ea"/>
              <a:cs typeface="+mn-cs"/>
            </a:rPr>
            <a:t>Uhakhan</a:t>
          </a:r>
          <a:r>
            <a:rPr lang="en-US" sz="3300" b="1" dirty="0">
              <a:latin typeface="Times"/>
              <a:ea typeface="+mn-ea"/>
              <a:cs typeface="+mn-cs"/>
            </a:rPr>
            <a:t> (Testing &amp; DevOps)</a:t>
          </a:r>
        </a:p>
      </dgm:t>
    </dgm:pt>
    <dgm:pt modelId="{E9824DEF-0184-45EB-9F2F-A0F05FBC597E}" type="parTrans" cxnId="{4C187BA6-06F2-4B0E-BBEC-2A07257A59EE}">
      <dgm:prSet/>
      <dgm:spPr/>
    </dgm:pt>
    <dgm:pt modelId="{06E80DED-2B2E-4200-B9C2-EB5278CFCB92}" type="sibTrans" cxnId="{4C187BA6-06F2-4B0E-BBEC-2A07257A59EE}">
      <dgm:prSet/>
      <dgm:spPr/>
    </dgm:pt>
    <dgm:pt modelId="{4AD7885C-F675-4697-BB1F-A8EA4D3CEF93}" type="pres">
      <dgm:prSet presAssocID="{96EC0E2F-41AE-4DFE-A02C-DFC7F610D75A}" presName="compositeShape" presStyleCnt="0">
        <dgm:presLayoutVars>
          <dgm:dir/>
          <dgm:resizeHandles/>
        </dgm:presLayoutVars>
      </dgm:prSet>
      <dgm:spPr/>
    </dgm:pt>
    <dgm:pt modelId="{5237270C-F223-4EFC-87E0-8B3A9CC4A69E}" type="pres">
      <dgm:prSet presAssocID="{96EC0E2F-41AE-4DFE-A02C-DFC7F610D75A}" presName="pyramid" presStyleLbl="node1" presStyleIdx="0" presStyleCnt="1"/>
      <dgm:spPr/>
    </dgm:pt>
    <dgm:pt modelId="{4BA909BE-6D77-439A-A332-A9401DECF0E8}" type="pres">
      <dgm:prSet presAssocID="{96EC0E2F-41AE-4DFE-A02C-DFC7F610D75A}" presName="theList" presStyleCnt="0"/>
      <dgm:spPr/>
    </dgm:pt>
    <dgm:pt modelId="{12A1E172-EE9F-426F-9A9F-7E302A9E4EE1}" type="pres">
      <dgm:prSet presAssocID="{9A88CC71-6A2F-4F59-A602-AF182F800C8B}" presName="aNode" presStyleLbl="fgAcc1" presStyleIdx="0" presStyleCnt="4">
        <dgm:presLayoutVars>
          <dgm:bulletEnabled val="1"/>
        </dgm:presLayoutVars>
      </dgm:prSet>
      <dgm:spPr/>
    </dgm:pt>
    <dgm:pt modelId="{7518F5D7-6629-4427-93FC-E6291644C8F3}" type="pres">
      <dgm:prSet presAssocID="{9A88CC71-6A2F-4F59-A602-AF182F800C8B}" presName="aSpace" presStyleCnt="0"/>
      <dgm:spPr/>
    </dgm:pt>
    <dgm:pt modelId="{F322D098-DC09-41B7-B256-4A1294DE7BB4}" type="pres">
      <dgm:prSet presAssocID="{9E9144D7-D3AF-46F4-8210-87797C2966D9}" presName="aNode" presStyleLbl="fgAcc1" presStyleIdx="1" presStyleCnt="4">
        <dgm:presLayoutVars>
          <dgm:bulletEnabled val="1"/>
        </dgm:presLayoutVars>
      </dgm:prSet>
      <dgm:spPr/>
    </dgm:pt>
    <dgm:pt modelId="{BB291890-72AD-44E1-9B26-B0A573DBBB8E}" type="pres">
      <dgm:prSet presAssocID="{9E9144D7-D3AF-46F4-8210-87797C2966D9}" presName="aSpace" presStyleCnt="0"/>
      <dgm:spPr/>
    </dgm:pt>
    <dgm:pt modelId="{2C405E6C-DB4A-4427-A472-A8D88324B0B8}" type="pres">
      <dgm:prSet presAssocID="{8ABE2667-765D-4603-ACEC-D078DF08482F}" presName="aNode" presStyleLbl="fgAcc1" presStyleIdx="2" presStyleCnt="4">
        <dgm:presLayoutVars>
          <dgm:bulletEnabled val="1"/>
        </dgm:presLayoutVars>
      </dgm:prSet>
      <dgm:spPr/>
    </dgm:pt>
    <dgm:pt modelId="{B46B8CDD-B4B1-4480-B6DD-C21952C5D1CA}" type="pres">
      <dgm:prSet presAssocID="{8ABE2667-765D-4603-ACEC-D078DF08482F}" presName="aSpace" presStyleCnt="0"/>
      <dgm:spPr/>
    </dgm:pt>
    <dgm:pt modelId="{1875B568-0D83-457C-B9D3-C9566A31D168}" type="pres">
      <dgm:prSet presAssocID="{C3B405D4-8AD6-475D-8A63-3A18BFE9CC06}" presName="aNode" presStyleLbl="fgAcc1" presStyleIdx="3" presStyleCnt="4">
        <dgm:presLayoutVars>
          <dgm:bulletEnabled val="1"/>
        </dgm:presLayoutVars>
      </dgm:prSet>
      <dgm:spPr/>
    </dgm:pt>
    <dgm:pt modelId="{EE88482F-4AF1-484C-B3DD-251053C2ACD2}" type="pres">
      <dgm:prSet presAssocID="{C3B405D4-8AD6-475D-8A63-3A18BFE9CC06}" presName="aSpace" presStyleCnt="0"/>
      <dgm:spPr/>
    </dgm:pt>
  </dgm:ptLst>
  <dgm:cxnLst>
    <dgm:cxn modelId="{A83A034E-FEBE-4661-986D-6BC86C2DD758}" type="presOf" srcId="{8ABE2667-765D-4603-ACEC-D078DF08482F}" destId="{2C405E6C-DB4A-4427-A472-A8D88324B0B8}" srcOrd="0" destOrd="0" presId="urn:microsoft.com/office/officeart/2005/8/layout/pyramid2"/>
    <dgm:cxn modelId="{1C38B350-FE64-4608-85DF-53B393032F23}" srcId="{96EC0E2F-41AE-4DFE-A02C-DFC7F610D75A}" destId="{9E9144D7-D3AF-46F4-8210-87797C2966D9}" srcOrd="1" destOrd="0" parTransId="{F022CE44-D7B8-4EB8-AB25-BC6BE838E97C}" sibTransId="{C6E34F8A-3C2B-40A3-B7A1-E7D48E76BE46}"/>
    <dgm:cxn modelId="{8BCE0C57-DD98-442F-A787-5ECCD6264773}" srcId="{96EC0E2F-41AE-4DFE-A02C-DFC7F610D75A}" destId="{8ABE2667-765D-4603-ACEC-D078DF08482F}" srcOrd="2" destOrd="0" parTransId="{79478C74-D7DA-4C11-A724-051EC6C4FA93}" sibTransId="{304E290A-774B-404E-AA4A-466FF373A97E}"/>
    <dgm:cxn modelId="{A6952991-8AC6-447E-9B58-D805CAFEE9D3}" type="presOf" srcId="{9E9144D7-D3AF-46F4-8210-87797C2966D9}" destId="{F322D098-DC09-41B7-B256-4A1294DE7BB4}" srcOrd="0" destOrd="0" presId="urn:microsoft.com/office/officeart/2005/8/layout/pyramid2"/>
    <dgm:cxn modelId="{D72EEE96-313A-4BA8-BBA5-86A4892903CF}" type="presOf" srcId="{9A88CC71-6A2F-4F59-A602-AF182F800C8B}" destId="{12A1E172-EE9F-426F-9A9F-7E302A9E4EE1}" srcOrd="0" destOrd="0" presId="urn:microsoft.com/office/officeart/2005/8/layout/pyramid2"/>
    <dgm:cxn modelId="{7E21B59D-D245-4C32-9F49-231BE875C8E8}" type="presOf" srcId="{C3B405D4-8AD6-475D-8A63-3A18BFE9CC06}" destId="{1875B568-0D83-457C-B9D3-C9566A31D168}" srcOrd="0" destOrd="0" presId="urn:microsoft.com/office/officeart/2005/8/layout/pyramid2"/>
    <dgm:cxn modelId="{4C187BA6-06F2-4B0E-BBEC-2A07257A59EE}" srcId="{96EC0E2F-41AE-4DFE-A02C-DFC7F610D75A}" destId="{C3B405D4-8AD6-475D-8A63-3A18BFE9CC06}" srcOrd="3" destOrd="0" parTransId="{E9824DEF-0184-45EB-9F2F-A0F05FBC597E}" sibTransId="{06E80DED-2B2E-4200-B9C2-EB5278CFCB92}"/>
    <dgm:cxn modelId="{A1CBC9D2-BB53-43A9-951C-D8E15FA8745A}" srcId="{96EC0E2F-41AE-4DFE-A02C-DFC7F610D75A}" destId="{9A88CC71-6A2F-4F59-A602-AF182F800C8B}" srcOrd="0" destOrd="0" parTransId="{9AF03388-9C2C-4D11-99ED-EF636C450CB8}" sibTransId="{5C1F017D-75E8-4321-A11A-E11A426D130E}"/>
    <dgm:cxn modelId="{462A4EE1-6513-4471-93BB-13C45ABD567D}" type="presOf" srcId="{96EC0E2F-41AE-4DFE-A02C-DFC7F610D75A}" destId="{4AD7885C-F675-4697-BB1F-A8EA4D3CEF93}" srcOrd="0" destOrd="0" presId="urn:microsoft.com/office/officeart/2005/8/layout/pyramid2"/>
    <dgm:cxn modelId="{6667ADD0-2E44-4D04-9C3A-BBE476C96423}" type="presParOf" srcId="{4AD7885C-F675-4697-BB1F-A8EA4D3CEF93}" destId="{5237270C-F223-4EFC-87E0-8B3A9CC4A69E}" srcOrd="0" destOrd="0" presId="urn:microsoft.com/office/officeart/2005/8/layout/pyramid2"/>
    <dgm:cxn modelId="{83C4D8BE-0932-442B-A853-370E8478A9DA}" type="presParOf" srcId="{4AD7885C-F675-4697-BB1F-A8EA4D3CEF93}" destId="{4BA909BE-6D77-439A-A332-A9401DECF0E8}" srcOrd="1" destOrd="0" presId="urn:microsoft.com/office/officeart/2005/8/layout/pyramid2"/>
    <dgm:cxn modelId="{1C367E88-B5DB-469C-AF49-C87404C5AF31}" type="presParOf" srcId="{4BA909BE-6D77-439A-A332-A9401DECF0E8}" destId="{12A1E172-EE9F-426F-9A9F-7E302A9E4EE1}" srcOrd="0" destOrd="0" presId="urn:microsoft.com/office/officeart/2005/8/layout/pyramid2"/>
    <dgm:cxn modelId="{4B4DEE90-4CF3-485D-8597-EA6FE8773C5F}" type="presParOf" srcId="{4BA909BE-6D77-439A-A332-A9401DECF0E8}" destId="{7518F5D7-6629-4427-93FC-E6291644C8F3}" srcOrd="1" destOrd="0" presId="urn:microsoft.com/office/officeart/2005/8/layout/pyramid2"/>
    <dgm:cxn modelId="{E3D20486-3793-4DBA-BDF5-B36068DF02BD}" type="presParOf" srcId="{4BA909BE-6D77-439A-A332-A9401DECF0E8}" destId="{F322D098-DC09-41B7-B256-4A1294DE7BB4}" srcOrd="2" destOrd="0" presId="urn:microsoft.com/office/officeart/2005/8/layout/pyramid2"/>
    <dgm:cxn modelId="{989C2683-F81A-4A5A-B6CC-497DBB45CF22}" type="presParOf" srcId="{4BA909BE-6D77-439A-A332-A9401DECF0E8}" destId="{BB291890-72AD-44E1-9B26-B0A573DBBB8E}" srcOrd="3" destOrd="0" presId="urn:microsoft.com/office/officeart/2005/8/layout/pyramid2"/>
    <dgm:cxn modelId="{0783E966-52EE-45AE-A5DB-36D9573E2D25}" type="presParOf" srcId="{4BA909BE-6D77-439A-A332-A9401DECF0E8}" destId="{2C405E6C-DB4A-4427-A472-A8D88324B0B8}" srcOrd="4" destOrd="0" presId="urn:microsoft.com/office/officeart/2005/8/layout/pyramid2"/>
    <dgm:cxn modelId="{E7259B40-FEB3-4108-8F04-87BC00DC8B0B}" type="presParOf" srcId="{4BA909BE-6D77-439A-A332-A9401DECF0E8}" destId="{B46B8CDD-B4B1-4480-B6DD-C21952C5D1CA}" srcOrd="5" destOrd="0" presId="urn:microsoft.com/office/officeart/2005/8/layout/pyramid2"/>
    <dgm:cxn modelId="{50F19744-AFC8-4AE1-A16F-B853DC8FE921}" type="presParOf" srcId="{4BA909BE-6D77-439A-A332-A9401DECF0E8}" destId="{1875B568-0D83-457C-B9D3-C9566A31D168}" srcOrd="6" destOrd="0" presId="urn:microsoft.com/office/officeart/2005/8/layout/pyramid2"/>
    <dgm:cxn modelId="{C33891A8-F17C-401F-A2D8-BA8E4969027D}" type="presParOf" srcId="{4BA909BE-6D77-439A-A332-A9401DECF0E8}" destId="{EE88482F-4AF1-484C-B3DD-251053C2ACD2}" srcOrd="7" destOrd="0" presId="urn:microsoft.com/office/officeart/2005/8/layout/pyramid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6EC0E2F-41AE-4DFE-A02C-DFC7F610D75A}" type="doc">
      <dgm:prSet loTypeId="urn:microsoft.com/office/officeart/2005/8/layout/pyramid2" loCatId="pyramid" qsTypeId="urn:microsoft.com/office/officeart/2005/8/quickstyle/simple2" qsCatId="simple" csTypeId="urn:microsoft.com/office/officeart/2005/8/colors/accent1_2" csCatId="accent1" phldr="1"/>
      <dgm:spPr/>
      <dgm:t>
        <a:bodyPr/>
        <a:lstStyle/>
        <a:p>
          <a:endParaRPr lang="en-US"/>
        </a:p>
      </dgm:t>
    </dgm:pt>
    <dgm:pt modelId="{9A88CC71-6A2F-4F59-A602-AF182F800C8B}">
      <dgm:prSet phldr="0" custT="1"/>
      <dgm:spPr/>
      <dgm:t>
        <a:bodyPr/>
        <a:lstStyle/>
        <a:p>
          <a:pPr algn="ctr" rtl="0">
            <a:lnSpc>
              <a:spcPct val="90000"/>
            </a:lnSpc>
          </a:pPr>
          <a:r>
            <a:rPr lang="en-US" sz="3300" b="0" dirty="0">
              <a:latin typeface="Times"/>
              <a:ea typeface="+mn-ea"/>
              <a:cs typeface="+mn-cs"/>
            </a:rPr>
            <a:t> </a:t>
          </a:r>
          <a:r>
            <a:rPr lang="en-US" sz="3300" b="0" dirty="0" err="1">
              <a:latin typeface="Times"/>
              <a:ea typeface="+mn-ea"/>
              <a:cs typeface="+mn-cs"/>
            </a:rPr>
            <a:t>Vedangee</a:t>
          </a:r>
          <a:r>
            <a:rPr lang="en-US" sz="3300" b="0" dirty="0">
              <a:latin typeface="Times"/>
              <a:ea typeface="+mn-ea"/>
              <a:cs typeface="+mn-cs"/>
            </a:rPr>
            <a:t> (UI/UX)</a:t>
          </a:r>
        </a:p>
      </dgm:t>
    </dgm:pt>
    <dgm:pt modelId="{9AF03388-9C2C-4D11-99ED-EF636C450CB8}" type="parTrans" cxnId="{A1CBC9D2-BB53-43A9-951C-D8E15FA8745A}">
      <dgm:prSet/>
      <dgm:spPr/>
    </dgm:pt>
    <dgm:pt modelId="{5C1F017D-75E8-4321-A11A-E11A426D130E}" type="sibTrans" cxnId="{A1CBC9D2-BB53-43A9-951C-D8E15FA8745A}">
      <dgm:prSet/>
      <dgm:spPr/>
    </dgm:pt>
    <dgm:pt modelId="{9E9144D7-D3AF-46F4-8210-87797C2966D9}">
      <dgm:prSet phldr="0"/>
      <dgm:spPr/>
      <dgm:t>
        <a:bodyPr/>
        <a:lstStyle/>
        <a:p>
          <a:pPr algn="ctr" rtl="0">
            <a:lnSpc>
              <a:spcPct val="90000"/>
            </a:lnSpc>
          </a:pPr>
          <a:r>
            <a:rPr lang="en-US" sz="3300" b="1" dirty="0">
              <a:latin typeface="Times"/>
              <a:ea typeface="+mn-ea"/>
              <a:cs typeface="+mn-cs"/>
            </a:rPr>
            <a:t>Tushar (Back End)</a:t>
          </a:r>
        </a:p>
      </dgm:t>
    </dgm:pt>
    <dgm:pt modelId="{F022CE44-D7B8-4EB8-AB25-BC6BE838E97C}" type="parTrans" cxnId="{1C38B350-FE64-4608-85DF-53B393032F23}">
      <dgm:prSet/>
      <dgm:spPr/>
    </dgm:pt>
    <dgm:pt modelId="{C6E34F8A-3C2B-40A3-B7A1-E7D48E76BE46}" type="sibTrans" cxnId="{1C38B350-FE64-4608-85DF-53B393032F23}">
      <dgm:prSet/>
      <dgm:spPr/>
    </dgm:pt>
    <dgm:pt modelId="{8ABE2667-765D-4603-ACEC-D078DF08482F}">
      <dgm:prSet phldr="0"/>
      <dgm:spPr/>
      <dgm:t>
        <a:bodyPr/>
        <a:lstStyle/>
        <a:p>
          <a:pPr algn="ctr" rtl="0">
            <a:lnSpc>
              <a:spcPct val="90000"/>
            </a:lnSpc>
          </a:pPr>
          <a:r>
            <a:rPr lang="en-US" sz="3300" b="1" dirty="0">
              <a:latin typeface="Times"/>
              <a:ea typeface="+mn-ea"/>
              <a:cs typeface="+mn-cs"/>
            </a:rPr>
            <a:t>Shaik Sabu (AI/ML)</a:t>
          </a:r>
        </a:p>
      </dgm:t>
    </dgm:pt>
    <dgm:pt modelId="{79478C74-D7DA-4C11-A724-051EC6C4FA93}" type="parTrans" cxnId="{8BCE0C57-DD98-442F-A787-5ECCD6264773}">
      <dgm:prSet/>
      <dgm:spPr/>
    </dgm:pt>
    <dgm:pt modelId="{304E290A-774B-404E-AA4A-466FF373A97E}" type="sibTrans" cxnId="{8BCE0C57-DD98-442F-A787-5ECCD6264773}">
      <dgm:prSet/>
      <dgm:spPr/>
    </dgm:pt>
    <dgm:pt modelId="{C3B405D4-8AD6-475D-8A63-3A18BFE9CC06}">
      <dgm:prSet phldr="0"/>
      <dgm:spPr/>
      <dgm:t>
        <a:bodyPr/>
        <a:lstStyle/>
        <a:p>
          <a:pPr algn="ctr" rtl="0">
            <a:lnSpc>
              <a:spcPct val="90000"/>
            </a:lnSpc>
          </a:pPr>
          <a:r>
            <a:rPr lang="en-US" sz="3300" b="1" dirty="0" err="1">
              <a:latin typeface="Times"/>
              <a:ea typeface="+mn-ea"/>
              <a:cs typeface="+mn-cs"/>
            </a:rPr>
            <a:t>Chikkala</a:t>
          </a:r>
          <a:r>
            <a:rPr lang="en-US" sz="3300" b="1" dirty="0">
              <a:latin typeface="Times"/>
              <a:ea typeface="+mn-ea"/>
              <a:cs typeface="+mn-cs"/>
            </a:rPr>
            <a:t> Naresh (AI/ML)</a:t>
          </a:r>
        </a:p>
      </dgm:t>
    </dgm:pt>
    <dgm:pt modelId="{E9824DEF-0184-45EB-9F2F-A0F05FBC597E}" type="parTrans" cxnId="{4C187BA6-06F2-4B0E-BBEC-2A07257A59EE}">
      <dgm:prSet/>
      <dgm:spPr/>
    </dgm:pt>
    <dgm:pt modelId="{06E80DED-2B2E-4200-B9C2-EB5278CFCB92}" type="sibTrans" cxnId="{4C187BA6-06F2-4B0E-BBEC-2A07257A59EE}">
      <dgm:prSet/>
      <dgm:spPr/>
    </dgm:pt>
    <dgm:pt modelId="{173D0DD1-B34A-4F0D-9E0A-B18AA3B2200E}">
      <dgm:prSet phldr="0"/>
      <dgm:spPr/>
      <dgm:t>
        <a:bodyPr/>
        <a:lstStyle/>
        <a:p>
          <a:pPr algn="ctr" rtl="0">
            <a:lnSpc>
              <a:spcPct val="90000"/>
            </a:lnSpc>
          </a:pPr>
          <a:r>
            <a:rPr lang="en-US" sz="3300" b="1" dirty="0" err="1">
              <a:latin typeface="Times"/>
              <a:ea typeface="+mn-ea"/>
              <a:cs typeface="+mn-cs"/>
            </a:rPr>
            <a:t>Paravathi</a:t>
          </a:r>
          <a:r>
            <a:rPr lang="en-US" sz="3300" b="1" dirty="0">
              <a:latin typeface="Times"/>
              <a:ea typeface="+mn-ea"/>
              <a:cs typeface="+mn-cs"/>
            </a:rPr>
            <a:t> (AI/ML)</a:t>
          </a:r>
        </a:p>
      </dgm:t>
    </dgm:pt>
    <dgm:pt modelId="{A499AD0D-C94C-4404-9A40-6EDB0208F75B}" type="parTrans" cxnId="{F082FA85-BFC0-4F27-9C8D-80D4DB7B06A3}">
      <dgm:prSet/>
      <dgm:spPr/>
    </dgm:pt>
    <dgm:pt modelId="{42317371-2B37-4C1F-B33A-B2A2DC4F4D2B}" type="sibTrans" cxnId="{F082FA85-BFC0-4F27-9C8D-80D4DB7B06A3}">
      <dgm:prSet/>
      <dgm:spPr/>
    </dgm:pt>
    <dgm:pt modelId="{95C3AA86-05CB-4229-86E3-A11550CE040B}">
      <dgm:prSet phldr="0"/>
      <dgm:spPr/>
      <dgm:t>
        <a:bodyPr/>
        <a:lstStyle/>
        <a:p>
          <a:pPr algn="ctr" rtl="0">
            <a:lnSpc>
              <a:spcPct val="90000"/>
            </a:lnSpc>
          </a:pPr>
          <a:r>
            <a:rPr lang="en-US" sz="3300" b="1" dirty="0">
              <a:latin typeface="Times"/>
              <a:ea typeface="+mn-ea"/>
              <a:cs typeface="+mn-cs"/>
            </a:rPr>
            <a:t>Shaik Gouse (UI/UX)</a:t>
          </a:r>
        </a:p>
      </dgm:t>
    </dgm:pt>
    <dgm:pt modelId="{CD001E12-956C-4E20-BB43-D2B738158331}" type="parTrans" cxnId="{5C77FA44-8C4A-4070-BDDC-47520E871DE8}">
      <dgm:prSet/>
      <dgm:spPr/>
    </dgm:pt>
    <dgm:pt modelId="{DBFC53BF-2E07-4CE3-BC7E-3DC4F8A47961}" type="sibTrans" cxnId="{5C77FA44-8C4A-4070-BDDC-47520E871DE8}">
      <dgm:prSet/>
      <dgm:spPr/>
    </dgm:pt>
    <dgm:pt modelId="{4AD7885C-F675-4697-BB1F-A8EA4D3CEF93}" type="pres">
      <dgm:prSet presAssocID="{96EC0E2F-41AE-4DFE-A02C-DFC7F610D75A}" presName="compositeShape" presStyleCnt="0">
        <dgm:presLayoutVars>
          <dgm:dir/>
          <dgm:resizeHandles/>
        </dgm:presLayoutVars>
      </dgm:prSet>
      <dgm:spPr/>
    </dgm:pt>
    <dgm:pt modelId="{5237270C-F223-4EFC-87E0-8B3A9CC4A69E}" type="pres">
      <dgm:prSet presAssocID="{96EC0E2F-41AE-4DFE-A02C-DFC7F610D75A}" presName="pyramid" presStyleLbl="node1" presStyleIdx="0" presStyleCnt="1"/>
      <dgm:spPr/>
    </dgm:pt>
    <dgm:pt modelId="{4BA909BE-6D77-439A-A332-A9401DECF0E8}" type="pres">
      <dgm:prSet presAssocID="{96EC0E2F-41AE-4DFE-A02C-DFC7F610D75A}" presName="theList" presStyleCnt="0"/>
      <dgm:spPr/>
    </dgm:pt>
    <dgm:pt modelId="{12A1E172-EE9F-426F-9A9F-7E302A9E4EE1}" type="pres">
      <dgm:prSet presAssocID="{9A88CC71-6A2F-4F59-A602-AF182F800C8B}" presName="aNode" presStyleLbl="fgAcc1" presStyleIdx="0" presStyleCnt="6">
        <dgm:presLayoutVars>
          <dgm:bulletEnabled val="1"/>
        </dgm:presLayoutVars>
      </dgm:prSet>
      <dgm:spPr/>
    </dgm:pt>
    <dgm:pt modelId="{7518F5D7-6629-4427-93FC-E6291644C8F3}" type="pres">
      <dgm:prSet presAssocID="{9A88CC71-6A2F-4F59-A602-AF182F800C8B}" presName="aSpace" presStyleCnt="0"/>
      <dgm:spPr/>
    </dgm:pt>
    <dgm:pt modelId="{F322D098-DC09-41B7-B256-4A1294DE7BB4}" type="pres">
      <dgm:prSet presAssocID="{9E9144D7-D3AF-46F4-8210-87797C2966D9}" presName="aNode" presStyleLbl="fgAcc1" presStyleIdx="1" presStyleCnt="6">
        <dgm:presLayoutVars>
          <dgm:bulletEnabled val="1"/>
        </dgm:presLayoutVars>
      </dgm:prSet>
      <dgm:spPr/>
    </dgm:pt>
    <dgm:pt modelId="{BB291890-72AD-44E1-9B26-B0A573DBBB8E}" type="pres">
      <dgm:prSet presAssocID="{9E9144D7-D3AF-46F4-8210-87797C2966D9}" presName="aSpace" presStyleCnt="0"/>
      <dgm:spPr/>
    </dgm:pt>
    <dgm:pt modelId="{2C405E6C-DB4A-4427-A472-A8D88324B0B8}" type="pres">
      <dgm:prSet presAssocID="{8ABE2667-765D-4603-ACEC-D078DF08482F}" presName="aNode" presStyleLbl="fgAcc1" presStyleIdx="2" presStyleCnt="6">
        <dgm:presLayoutVars>
          <dgm:bulletEnabled val="1"/>
        </dgm:presLayoutVars>
      </dgm:prSet>
      <dgm:spPr/>
    </dgm:pt>
    <dgm:pt modelId="{B46B8CDD-B4B1-4480-B6DD-C21952C5D1CA}" type="pres">
      <dgm:prSet presAssocID="{8ABE2667-765D-4603-ACEC-D078DF08482F}" presName="aSpace" presStyleCnt="0"/>
      <dgm:spPr/>
    </dgm:pt>
    <dgm:pt modelId="{1875B568-0D83-457C-B9D3-C9566A31D168}" type="pres">
      <dgm:prSet presAssocID="{C3B405D4-8AD6-475D-8A63-3A18BFE9CC06}" presName="aNode" presStyleLbl="fgAcc1" presStyleIdx="3" presStyleCnt="6">
        <dgm:presLayoutVars>
          <dgm:bulletEnabled val="1"/>
        </dgm:presLayoutVars>
      </dgm:prSet>
      <dgm:spPr/>
    </dgm:pt>
    <dgm:pt modelId="{EE88482F-4AF1-484C-B3DD-251053C2ACD2}" type="pres">
      <dgm:prSet presAssocID="{C3B405D4-8AD6-475D-8A63-3A18BFE9CC06}" presName="aSpace" presStyleCnt="0"/>
      <dgm:spPr/>
    </dgm:pt>
    <dgm:pt modelId="{FC23F305-6D55-4278-A9D2-A35CE80ED6F7}" type="pres">
      <dgm:prSet presAssocID="{173D0DD1-B34A-4F0D-9E0A-B18AA3B2200E}" presName="aNode" presStyleLbl="fgAcc1" presStyleIdx="4" presStyleCnt="6">
        <dgm:presLayoutVars>
          <dgm:bulletEnabled val="1"/>
        </dgm:presLayoutVars>
      </dgm:prSet>
      <dgm:spPr/>
    </dgm:pt>
    <dgm:pt modelId="{5B44F7B5-7C0E-41F9-8F72-AB241581B7A8}" type="pres">
      <dgm:prSet presAssocID="{173D0DD1-B34A-4F0D-9E0A-B18AA3B2200E}" presName="aSpace" presStyleCnt="0"/>
      <dgm:spPr/>
    </dgm:pt>
    <dgm:pt modelId="{FA784780-5EF0-4D31-A070-41E70A01ACC7}" type="pres">
      <dgm:prSet presAssocID="{95C3AA86-05CB-4229-86E3-A11550CE040B}" presName="aNode" presStyleLbl="fgAcc1" presStyleIdx="5" presStyleCnt="6">
        <dgm:presLayoutVars>
          <dgm:bulletEnabled val="1"/>
        </dgm:presLayoutVars>
      </dgm:prSet>
      <dgm:spPr/>
    </dgm:pt>
    <dgm:pt modelId="{0DA15275-B33F-43D6-8AC1-672D0B17CA80}" type="pres">
      <dgm:prSet presAssocID="{95C3AA86-05CB-4229-86E3-A11550CE040B}" presName="aSpace" presStyleCnt="0"/>
      <dgm:spPr/>
    </dgm:pt>
  </dgm:ptLst>
  <dgm:cxnLst>
    <dgm:cxn modelId="{EEABE82B-A1B5-491E-A9BF-0AB4095DD7BF}" type="presOf" srcId="{173D0DD1-B34A-4F0D-9E0A-B18AA3B2200E}" destId="{FC23F305-6D55-4278-A9D2-A35CE80ED6F7}" srcOrd="0" destOrd="0" presId="urn:microsoft.com/office/officeart/2005/8/layout/pyramid2"/>
    <dgm:cxn modelId="{5C77FA44-8C4A-4070-BDDC-47520E871DE8}" srcId="{96EC0E2F-41AE-4DFE-A02C-DFC7F610D75A}" destId="{95C3AA86-05CB-4229-86E3-A11550CE040B}" srcOrd="5" destOrd="0" parTransId="{CD001E12-956C-4E20-BB43-D2B738158331}" sibTransId="{DBFC53BF-2E07-4CE3-BC7E-3DC4F8A47961}"/>
    <dgm:cxn modelId="{C6FBB86A-4899-4574-BD29-4B544166E0ED}" type="presOf" srcId="{8ABE2667-765D-4603-ACEC-D078DF08482F}" destId="{2C405E6C-DB4A-4427-A472-A8D88324B0B8}" srcOrd="0" destOrd="0" presId="urn:microsoft.com/office/officeart/2005/8/layout/pyramid2"/>
    <dgm:cxn modelId="{1C38B350-FE64-4608-85DF-53B393032F23}" srcId="{96EC0E2F-41AE-4DFE-A02C-DFC7F610D75A}" destId="{9E9144D7-D3AF-46F4-8210-87797C2966D9}" srcOrd="1" destOrd="0" parTransId="{F022CE44-D7B8-4EB8-AB25-BC6BE838E97C}" sibTransId="{C6E34F8A-3C2B-40A3-B7A1-E7D48E76BE46}"/>
    <dgm:cxn modelId="{14560C77-E324-4317-A22E-D9CF0D6F7DE8}" type="presOf" srcId="{9A88CC71-6A2F-4F59-A602-AF182F800C8B}" destId="{12A1E172-EE9F-426F-9A9F-7E302A9E4EE1}" srcOrd="0" destOrd="0" presId="urn:microsoft.com/office/officeart/2005/8/layout/pyramid2"/>
    <dgm:cxn modelId="{8BCE0C57-DD98-442F-A787-5ECCD6264773}" srcId="{96EC0E2F-41AE-4DFE-A02C-DFC7F610D75A}" destId="{8ABE2667-765D-4603-ACEC-D078DF08482F}" srcOrd="2" destOrd="0" parTransId="{79478C74-D7DA-4C11-A724-051EC6C4FA93}" sibTransId="{304E290A-774B-404E-AA4A-466FF373A97E}"/>
    <dgm:cxn modelId="{F082FA85-BFC0-4F27-9C8D-80D4DB7B06A3}" srcId="{96EC0E2F-41AE-4DFE-A02C-DFC7F610D75A}" destId="{173D0DD1-B34A-4F0D-9E0A-B18AA3B2200E}" srcOrd="4" destOrd="0" parTransId="{A499AD0D-C94C-4404-9A40-6EDB0208F75B}" sibTransId="{42317371-2B37-4C1F-B33A-B2A2DC4F4D2B}"/>
    <dgm:cxn modelId="{C022DD96-7D9C-4A56-A7A5-809AB72C1B9A}" type="presOf" srcId="{96EC0E2F-41AE-4DFE-A02C-DFC7F610D75A}" destId="{4AD7885C-F675-4697-BB1F-A8EA4D3CEF93}" srcOrd="0" destOrd="0" presId="urn:microsoft.com/office/officeart/2005/8/layout/pyramid2"/>
    <dgm:cxn modelId="{4C187BA6-06F2-4B0E-BBEC-2A07257A59EE}" srcId="{96EC0E2F-41AE-4DFE-A02C-DFC7F610D75A}" destId="{C3B405D4-8AD6-475D-8A63-3A18BFE9CC06}" srcOrd="3" destOrd="0" parTransId="{E9824DEF-0184-45EB-9F2F-A0F05FBC597E}" sibTransId="{06E80DED-2B2E-4200-B9C2-EB5278CFCB92}"/>
    <dgm:cxn modelId="{E58C13B1-C39F-454D-BB20-070C4E02D747}" type="presOf" srcId="{9E9144D7-D3AF-46F4-8210-87797C2966D9}" destId="{F322D098-DC09-41B7-B256-4A1294DE7BB4}" srcOrd="0" destOrd="0" presId="urn:microsoft.com/office/officeart/2005/8/layout/pyramid2"/>
    <dgm:cxn modelId="{1C20EDBB-01B9-4313-8ECA-9C81478F805E}" type="presOf" srcId="{C3B405D4-8AD6-475D-8A63-3A18BFE9CC06}" destId="{1875B568-0D83-457C-B9D3-C9566A31D168}" srcOrd="0" destOrd="0" presId="urn:microsoft.com/office/officeart/2005/8/layout/pyramid2"/>
    <dgm:cxn modelId="{A1CBC9D2-BB53-43A9-951C-D8E15FA8745A}" srcId="{96EC0E2F-41AE-4DFE-A02C-DFC7F610D75A}" destId="{9A88CC71-6A2F-4F59-A602-AF182F800C8B}" srcOrd="0" destOrd="0" parTransId="{9AF03388-9C2C-4D11-99ED-EF636C450CB8}" sibTransId="{5C1F017D-75E8-4321-A11A-E11A426D130E}"/>
    <dgm:cxn modelId="{184142FC-7F28-4DCC-B24B-1B4EF537478A}" type="presOf" srcId="{95C3AA86-05CB-4229-86E3-A11550CE040B}" destId="{FA784780-5EF0-4D31-A070-41E70A01ACC7}" srcOrd="0" destOrd="0" presId="urn:microsoft.com/office/officeart/2005/8/layout/pyramid2"/>
    <dgm:cxn modelId="{E7668B5E-39F1-4029-AF0A-2BE522302B22}" type="presParOf" srcId="{4AD7885C-F675-4697-BB1F-A8EA4D3CEF93}" destId="{5237270C-F223-4EFC-87E0-8B3A9CC4A69E}" srcOrd="0" destOrd="0" presId="urn:microsoft.com/office/officeart/2005/8/layout/pyramid2"/>
    <dgm:cxn modelId="{8B8A7559-D8F6-41B2-950B-3CF4608DF5B9}" type="presParOf" srcId="{4AD7885C-F675-4697-BB1F-A8EA4D3CEF93}" destId="{4BA909BE-6D77-439A-A332-A9401DECF0E8}" srcOrd="1" destOrd="0" presId="urn:microsoft.com/office/officeart/2005/8/layout/pyramid2"/>
    <dgm:cxn modelId="{437B511E-3F87-4CA6-BD2F-70E1FAB0B9F3}" type="presParOf" srcId="{4BA909BE-6D77-439A-A332-A9401DECF0E8}" destId="{12A1E172-EE9F-426F-9A9F-7E302A9E4EE1}" srcOrd="0" destOrd="0" presId="urn:microsoft.com/office/officeart/2005/8/layout/pyramid2"/>
    <dgm:cxn modelId="{CEACE760-4EFC-4D91-8717-B23A74F5A551}" type="presParOf" srcId="{4BA909BE-6D77-439A-A332-A9401DECF0E8}" destId="{7518F5D7-6629-4427-93FC-E6291644C8F3}" srcOrd="1" destOrd="0" presId="urn:microsoft.com/office/officeart/2005/8/layout/pyramid2"/>
    <dgm:cxn modelId="{55883661-4F3E-49D4-9ECD-5BE62BB4F907}" type="presParOf" srcId="{4BA909BE-6D77-439A-A332-A9401DECF0E8}" destId="{F322D098-DC09-41B7-B256-4A1294DE7BB4}" srcOrd="2" destOrd="0" presId="urn:microsoft.com/office/officeart/2005/8/layout/pyramid2"/>
    <dgm:cxn modelId="{318EBE2A-75D3-4FF4-BE9D-755692A70AD7}" type="presParOf" srcId="{4BA909BE-6D77-439A-A332-A9401DECF0E8}" destId="{BB291890-72AD-44E1-9B26-B0A573DBBB8E}" srcOrd="3" destOrd="0" presId="urn:microsoft.com/office/officeart/2005/8/layout/pyramid2"/>
    <dgm:cxn modelId="{18639CC8-326C-4D5F-8814-AC0BD621D5EA}" type="presParOf" srcId="{4BA909BE-6D77-439A-A332-A9401DECF0E8}" destId="{2C405E6C-DB4A-4427-A472-A8D88324B0B8}" srcOrd="4" destOrd="0" presId="urn:microsoft.com/office/officeart/2005/8/layout/pyramid2"/>
    <dgm:cxn modelId="{D2EEC3C5-7F75-4928-8D64-2EF5EEAD937E}" type="presParOf" srcId="{4BA909BE-6D77-439A-A332-A9401DECF0E8}" destId="{B46B8CDD-B4B1-4480-B6DD-C21952C5D1CA}" srcOrd="5" destOrd="0" presId="urn:microsoft.com/office/officeart/2005/8/layout/pyramid2"/>
    <dgm:cxn modelId="{2262389A-1296-48D5-9490-47774357E764}" type="presParOf" srcId="{4BA909BE-6D77-439A-A332-A9401DECF0E8}" destId="{1875B568-0D83-457C-B9D3-C9566A31D168}" srcOrd="6" destOrd="0" presId="urn:microsoft.com/office/officeart/2005/8/layout/pyramid2"/>
    <dgm:cxn modelId="{419FA27E-06C6-48A8-A8CA-10F6C58E62CC}" type="presParOf" srcId="{4BA909BE-6D77-439A-A332-A9401DECF0E8}" destId="{EE88482F-4AF1-484C-B3DD-251053C2ACD2}" srcOrd="7" destOrd="0" presId="urn:microsoft.com/office/officeart/2005/8/layout/pyramid2"/>
    <dgm:cxn modelId="{956120CB-9A32-4ACE-ABA4-BD62D3B2D4C4}" type="presParOf" srcId="{4BA909BE-6D77-439A-A332-A9401DECF0E8}" destId="{FC23F305-6D55-4278-A9D2-A35CE80ED6F7}" srcOrd="8" destOrd="0" presId="urn:microsoft.com/office/officeart/2005/8/layout/pyramid2"/>
    <dgm:cxn modelId="{AEDA5EF0-E579-41DA-A331-7CC1DDBA1CAE}" type="presParOf" srcId="{4BA909BE-6D77-439A-A332-A9401DECF0E8}" destId="{5B44F7B5-7C0E-41F9-8F72-AB241581B7A8}" srcOrd="9" destOrd="0" presId="urn:microsoft.com/office/officeart/2005/8/layout/pyramid2"/>
    <dgm:cxn modelId="{755B3FA0-1290-4DB5-9533-44F59691B436}" type="presParOf" srcId="{4BA909BE-6D77-439A-A332-A9401DECF0E8}" destId="{FA784780-5EF0-4D31-A070-41E70A01ACC7}" srcOrd="10" destOrd="0" presId="urn:microsoft.com/office/officeart/2005/8/layout/pyramid2"/>
    <dgm:cxn modelId="{C8145102-8EE9-4919-A04A-6EA059A0F07B}" type="presParOf" srcId="{4BA909BE-6D77-439A-A332-A9401DECF0E8}" destId="{0DA15275-B33F-43D6-8AC1-672D0B17CA80}" srcOrd="11" destOrd="0" presId="urn:microsoft.com/office/officeart/2005/8/layout/pyramid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6EC0E2F-41AE-4DFE-A02C-DFC7F610D75A}" type="doc">
      <dgm:prSet loTypeId="urn:microsoft.com/office/officeart/2005/8/layout/pyramid2" loCatId="pyramid" qsTypeId="urn:microsoft.com/office/officeart/2005/8/quickstyle/simple2" qsCatId="simple" csTypeId="urn:microsoft.com/office/officeart/2005/8/colors/accent1_2" csCatId="accent1" phldr="1"/>
      <dgm:spPr/>
      <dgm:t>
        <a:bodyPr/>
        <a:lstStyle/>
        <a:p>
          <a:endParaRPr lang="en-US"/>
        </a:p>
      </dgm:t>
    </dgm:pt>
    <dgm:pt modelId="{9A88CC71-6A2F-4F59-A602-AF182F800C8B}">
      <dgm:prSet phldr="0" custT="1"/>
      <dgm:spPr/>
      <dgm:t>
        <a:bodyPr/>
        <a:lstStyle/>
        <a:p>
          <a:pPr algn="ctr" rtl="0">
            <a:lnSpc>
              <a:spcPct val="90000"/>
            </a:lnSpc>
          </a:pPr>
          <a:r>
            <a:rPr lang="en-US" sz="3300" b="1">
              <a:latin typeface="Times"/>
              <a:ea typeface="Calibri"/>
              <a:cs typeface="Calibri"/>
            </a:rPr>
            <a:t>Omkar Mulkala (AI/ML)</a:t>
          </a:r>
        </a:p>
      </dgm:t>
    </dgm:pt>
    <dgm:pt modelId="{9AF03388-9C2C-4D11-99ED-EF636C450CB8}" type="parTrans" cxnId="{A1CBC9D2-BB53-43A9-951C-D8E15FA8745A}">
      <dgm:prSet/>
      <dgm:spPr/>
    </dgm:pt>
    <dgm:pt modelId="{5C1F017D-75E8-4321-A11A-E11A426D130E}" type="sibTrans" cxnId="{A1CBC9D2-BB53-43A9-951C-D8E15FA8745A}">
      <dgm:prSet/>
      <dgm:spPr/>
    </dgm:pt>
    <dgm:pt modelId="{9E9144D7-D3AF-46F4-8210-87797C2966D9}">
      <dgm:prSet phldr="0"/>
      <dgm:spPr/>
      <dgm:t>
        <a:bodyPr/>
        <a:lstStyle/>
        <a:p>
          <a:pPr algn="ctr" rtl="0">
            <a:lnSpc>
              <a:spcPct val="90000"/>
            </a:lnSpc>
          </a:pPr>
          <a:r>
            <a:rPr lang="en-US" sz="3300" b="1">
              <a:latin typeface="Times"/>
              <a:ea typeface="+mn-ea"/>
              <a:cs typeface="+mn-cs"/>
            </a:rPr>
            <a:t>Yash Chavan (AI/ML)</a:t>
          </a:r>
        </a:p>
      </dgm:t>
    </dgm:pt>
    <dgm:pt modelId="{F022CE44-D7B8-4EB8-AB25-BC6BE838E97C}" type="parTrans" cxnId="{1C38B350-FE64-4608-85DF-53B393032F23}">
      <dgm:prSet/>
      <dgm:spPr/>
    </dgm:pt>
    <dgm:pt modelId="{C6E34F8A-3C2B-40A3-B7A1-E7D48E76BE46}" type="sibTrans" cxnId="{1C38B350-FE64-4608-85DF-53B393032F23}">
      <dgm:prSet/>
      <dgm:spPr/>
    </dgm:pt>
    <dgm:pt modelId="{94203FB6-FCF4-438A-ABFD-1A93D08B9E5A}">
      <dgm:prSet phldr="0"/>
      <dgm:spPr/>
      <dgm:t>
        <a:bodyPr/>
        <a:lstStyle/>
        <a:p>
          <a:pPr rtl="0"/>
          <a:r>
            <a:rPr lang="en-US" sz="3300" b="1">
              <a:latin typeface="Times"/>
              <a:ea typeface="+mn-ea"/>
              <a:cs typeface="+mn-cs"/>
            </a:rPr>
            <a:t>Shaik Jasmin (AI/ML)</a:t>
          </a:r>
        </a:p>
      </dgm:t>
    </dgm:pt>
    <dgm:pt modelId="{DC318AC7-521B-4AD0-A4E6-7D769C901A0F}" type="parTrans" cxnId="{44DD20EB-79CA-4DB9-A9B9-C4ED1966D09C}">
      <dgm:prSet/>
      <dgm:spPr/>
    </dgm:pt>
    <dgm:pt modelId="{437AF17A-A28B-4AC0-9BF6-CE27ADC76E57}" type="sibTrans" cxnId="{44DD20EB-79CA-4DB9-A9B9-C4ED1966D09C}">
      <dgm:prSet/>
      <dgm:spPr/>
    </dgm:pt>
    <dgm:pt modelId="{4AD7885C-F675-4697-BB1F-A8EA4D3CEF93}" type="pres">
      <dgm:prSet presAssocID="{96EC0E2F-41AE-4DFE-A02C-DFC7F610D75A}" presName="compositeShape" presStyleCnt="0">
        <dgm:presLayoutVars>
          <dgm:dir/>
          <dgm:resizeHandles/>
        </dgm:presLayoutVars>
      </dgm:prSet>
      <dgm:spPr/>
    </dgm:pt>
    <dgm:pt modelId="{5237270C-F223-4EFC-87E0-8B3A9CC4A69E}" type="pres">
      <dgm:prSet presAssocID="{96EC0E2F-41AE-4DFE-A02C-DFC7F610D75A}" presName="pyramid" presStyleLbl="node1" presStyleIdx="0" presStyleCnt="1"/>
      <dgm:spPr/>
    </dgm:pt>
    <dgm:pt modelId="{4BA909BE-6D77-439A-A332-A9401DECF0E8}" type="pres">
      <dgm:prSet presAssocID="{96EC0E2F-41AE-4DFE-A02C-DFC7F610D75A}" presName="theList" presStyleCnt="0"/>
      <dgm:spPr/>
    </dgm:pt>
    <dgm:pt modelId="{12A1E172-EE9F-426F-9A9F-7E302A9E4EE1}" type="pres">
      <dgm:prSet presAssocID="{9A88CC71-6A2F-4F59-A602-AF182F800C8B}" presName="aNode" presStyleLbl="fgAcc1" presStyleIdx="0" presStyleCnt="3">
        <dgm:presLayoutVars>
          <dgm:bulletEnabled val="1"/>
        </dgm:presLayoutVars>
      </dgm:prSet>
      <dgm:spPr/>
    </dgm:pt>
    <dgm:pt modelId="{7518F5D7-6629-4427-93FC-E6291644C8F3}" type="pres">
      <dgm:prSet presAssocID="{9A88CC71-6A2F-4F59-A602-AF182F800C8B}" presName="aSpace" presStyleCnt="0"/>
      <dgm:spPr/>
    </dgm:pt>
    <dgm:pt modelId="{C35876B1-768F-437E-85AA-5DF803D7F890}" type="pres">
      <dgm:prSet presAssocID="{94203FB6-FCF4-438A-ABFD-1A93D08B9E5A}" presName="aNode" presStyleLbl="fgAcc1" presStyleIdx="1" presStyleCnt="3">
        <dgm:presLayoutVars>
          <dgm:bulletEnabled val="1"/>
        </dgm:presLayoutVars>
      </dgm:prSet>
      <dgm:spPr/>
    </dgm:pt>
    <dgm:pt modelId="{E5A2DB26-698D-420D-8F4B-40218B809B86}" type="pres">
      <dgm:prSet presAssocID="{94203FB6-FCF4-438A-ABFD-1A93D08B9E5A}" presName="aSpace" presStyleCnt="0"/>
      <dgm:spPr/>
    </dgm:pt>
    <dgm:pt modelId="{F322D098-DC09-41B7-B256-4A1294DE7BB4}" type="pres">
      <dgm:prSet presAssocID="{9E9144D7-D3AF-46F4-8210-87797C2966D9}" presName="aNode" presStyleLbl="fgAcc1" presStyleIdx="2" presStyleCnt="3">
        <dgm:presLayoutVars>
          <dgm:bulletEnabled val="1"/>
        </dgm:presLayoutVars>
      </dgm:prSet>
      <dgm:spPr/>
    </dgm:pt>
    <dgm:pt modelId="{BB291890-72AD-44E1-9B26-B0A573DBBB8E}" type="pres">
      <dgm:prSet presAssocID="{9E9144D7-D3AF-46F4-8210-87797C2966D9}" presName="aSpace" presStyleCnt="0"/>
      <dgm:spPr/>
    </dgm:pt>
  </dgm:ptLst>
  <dgm:cxnLst>
    <dgm:cxn modelId="{9174131D-BE59-4852-8CBF-8D0232CA5F79}" type="presOf" srcId="{9A88CC71-6A2F-4F59-A602-AF182F800C8B}" destId="{12A1E172-EE9F-426F-9A9F-7E302A9E4EE1}" srcOrd="0" destOrd="0" presId="urn:microsoft.com/office/officeart/2005/8/layout/pyramid2"/>
    <dgm:cxn modelId="{AEDDB467-FB30-4BE8-9E19-92A56E32C311}" type="presOf" srcId="{94203FB6-FCF4-438A-ABFD-1A93D08B9E5A}" destId="{C35876B1-768F-437E-85AA-5DF803D7F890}" srcOrd="0" destOrd="0" presId="urn:microsoft.com/office/officeart/2005/8/layout/pyramid2"/>
    <dgm:cxn modelId="{1C38B350-FE64-4608-85DF-53B393032F23}" srcId="{96EC0E2F-41AE-4DFE-A02C-DFC7F610D75A}" destId="{9E9144D7-D3AF-46F4-8210-87797C2966D9}" srcOrd="2" destOrd="0" parTransId="{F022CE44-D7B8-4EB8-AB25-BC6BE838E97C}" sibTransId="{C6E34F8A-3C2B-40A3-B7A1-E7D48E76BE46}"/>
    <dgm:cxn modelId="{10E66A5A-2B3F-4250-B0EA-33C48C85DB44}" type="presOf" srcId="{9E9144D7-D3AF-46F4-8210-87797C2966D9}" destId="{F322D098-DC09-41B7-B256-4A1294DE7BB4}" srcOrd="0" destOrd="0" presId="urn:microsoft.com/office/officeart/2005/8/layout/pyramid2"/>
    <dgm:cxn modelId="{A1CBC9D2-BB53-43A9-951C-D8E15FA8745A}" srcId="{96EC0E2F-41AE-4DFE-A02C-DFC7F610D75A}" destId="{9A88CC71-6A2F-4F59-A602-AF182F800C8B}" srcOrd="0" destOrd="0" parTransId="{9AF03388-9C2C-4D11-99ED-EF636C450CB8}" sibTransId="{5C1F017D-75E8-4321-A11A-E11A426D130E}"/>
    <dgm:cxn modelId="{462A4EE1-6513-4471-93BB-13C45ABD567D}" type="presOf" srcId="{96EC0E2F-41AE-4DFE-A02C-DFC7F610D75A}" destId="{4AD7885C-F675-4697-BB1F-A8EA4D3CEF93}" srcOrd="0" destOrd="0" presId="urn:microsoft.com/office/officeart/2005/8/layout/pyramid2"/>
    <dgm:cxn modelId="{44DD20EB-79CA-4DB9-A9B9-C4ED1966D09C}" srcId="{96EC0E2F-41AE-4DFE-A02C-DFC7F610D75A}" destId="{94203FB6-FCF4-438A-ABFD-1A93D08B9E5A}" srcOrd="1" destOrd="0" parTransId="{DC318AC7-521B-4AD0-A4E6-7D769C901A0F}" sibTransId="{437AF17A-A28B-4AC0-9BF6-CE27ADC76E57}"/>
    <dgm:cxn modelId="{3E960CB6-E308-4AA1-BBA5-8305A6AD2DC3}" type="presParOf" srcId="{4AD7885C-F675-4697-BB1F-A8EA4D3CEF93}" destId="{5237270C-F223-4EFC-87E0-8B3A9CC4A69E}" srcOrd="0" destOrd="0" presId="urn:microsoft.com/office/officeart/2005/8/layout/pyramid2"/>
    <dgm:cxn modelId="{1DF4A70E-4FA0-4CE9-BF22-3208E37DC555}" type="presParOf" srcId="{4AD7885C-F675-4697-BB1F-A8EA4D3CEF93}" destId="{4BA909BE-6D77-439A-A332-A9401DECF0E8}" srcOrd="1" destOrd="0" presId="urn:microsoft.com/office/officeart/2005/8/layout/pyramid2"/>
    <dgm:cxn modelId="{31291A8D-6EED-4794-BB60-C202F8148FAF}" type="presParOf" srcId="{4BA909BE-6D77-439A-A332-A9401DECF0E8}" destId="{12A1E172-EE9F-426F-9A9F-7E302A9E4EE1}" srcOrd="0" destOrd="0" presId="urn:microsoft.com/office/officeart/2005/8/layout/pyramid2"/>
    <dgm:cxn modelId="{DEE19468-30AD-4BAA-86F2-CBE1304238A1}" type="presParOf" srcId="{4BA909BE-6D77-439A-A332-A9401DECF0E8}" destId="{7518F5D7-6629-4427-93FC-E6291644C8F3}" srcOrd="1" destOrd="0" presId="urn:microsoft.com/office/officeart/2005/8/layout/pyramid2"/>
    <dgm:cxn modelId="{36480805-D158-4CEE-A74D-9A8B6D13B4CF}" type="presParOf" srcId="{4BA909BE-6D77-439A-A332-A9401DECF0E8}" destId="{C35876B1-768F-437E-85AA-5DF803D7F890}" srcOrd="2" destOrd="0" presId="urn:microsoft.com/office/officeart/2005/8/layout/pyramid2"/>
    <dgm:cxn modelId="{1D15DEB1-8E3D-41E8-846D-201FFEBDDDEB}" type="presParOf" srcId="{4BA909BE-6D77-439A-A332-A9401DECF0E8}" destId="{E5A2DB26-698D-420D-8F4B-40218B809B86}" srcOrd="3" destOrd="0" presId="urn:microsoft.com/office/officeart/2005/8/layout/pyramid2"/>
    <dgm:cxn modelId="{A747624E-F472-42D3-AEC0-8BCF62C57D41}" type="presParOf" srcId="{4BA909BE-6D77-439A-A332-A9401DECF0E8}" destId="{F322D098-DC09-41B7-B256-4A1294DE7BB4}" srcOrd="4" destOrd="0" presId="urn:microsoft.com/office/officeart/2005/8/layout/pyramid2"/>
    <dgm:cxn modelId="{F3F5A3E1-A1EF-4236-BEA5-5C6610DFC726}" type="presParOf" srcId="{4BA909BE-6D77-439A-A332-A9401DECF0E8}" destId="{BB291890-72AD-44E1-9B26-B0A573DBBB8E}" srcOrd="5" destOrd="0" presId="urn:microsoft.com/office/officeart/2005/8/layout/pyramid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6EC0E2F-41AE-4DFE-A02C-DFC7F610D75A}" type="doc">
      <dgm:prSet loTypeId="urn:microsoft.com/office/officeart/2005/8/layout/pyramid2" loCatId="pyramid" qsTypeId="urn:microsoft.com/office/officeart/2005/8/quickstyle/simple2" qsCatId="simple" csTypeId="urn:microsoft.com/office/officeart/2005/8/colors/accent1_2" csCatId="accent1" phldr="1"/>
      <dgm:spPr/>
      <dgm:t>
        <a:bodyPr/>
        <a:lstStyle/>
        <a:p>
          <a:endParaRPr lang="en-US"/>
        </a:p>
      </dgm:t>
    </dgm:pt>
    <dgm:pt modelId="{9A88CC71-6A2F-4F59-A602-AF182F800C8B}">
      <dgm:prSet phldr="0" custT="1"/>
      <dgm:spPr/>
      <dgm:t>
        <a:bodyPr/>
        <a:lstStyle/>
        <a:p>
          <a:pPr algn="ctr" rtl="0">
            <a:lnSpc>
              <a:spcPct val="90000"/>
            </a:lnSpc>
          </a:pPr>
          <a:r>
            <a:rPr lang="en-US" sz="3300" b="0" dirty="0">
              <a:latin typeface="Times"/>
              <a:ea typeface="Calibri"/>
              <a:cs typeface="Calibri"/>
            </a:rPr>
            <a:t>Abhiram (Testing)</a:t>
          </a:r>
          <a:endParaRPr lang="en-US" sz="3300" b="0" dirty="0">
            <a:latin typeface="Times"/>
            <a:ea typeface="+mn-ea"/>
            <a:cs typeface="+mn-cs"/>
          </a:endParaRPr>
        </a:p>
      </dgm:t>
    </dgm:pt>
    <dgm:pt modelId="{9AF03388-9C2C-4D11-99ED-EF636C450CB8}" type="parTrans" cxnId="{A1CBC9D2-BB53-43A9-951C-D8E15FA8745A}">
      <dgm:prSet/>
      <dgm:spPr/>
    </dgm:pt>
    <dgm:pt modelId="{5C1F017D-75E8-4321-A11A-E11A426D130E}" type="sibTrans" cxnId="{A1CBC9D2-BB53-43A9-951C-D8E15FA8745A}">
      <dgm:prSet/>
      <dgm:spPr/>
    </dgm:pt>
    <dgm:pt modelId="{9E9144D7-D3AF-46F4-8210-87797C2966D9}">
      <dgm:prSet phldr="0"/>
      <dgm:spPr/>
      <dgm:t>
        <a:bodyPr/>
        <a:lstStyle/>
        <a:p>
          <a:pPr algn="ctr" rtl="0">
            <a:lnSpc>
              <a:spcPct val="90000"/>
            </a:lnSpc>
          </a:pPr>
          <a:r>
            <a:rPr lang="en-US" sz="3300" b="1" dirty="0">
              <a:latin typeface="Times"/>
              <a:ea typeface="+mn-ea"/>
              <a:cs typeface="+mn-cs"/>
            </a:rPr>
            <a:t>Nagarani (Testing)</a:t>
          </a:r>
        </a:p>
      </dgm:t>
    </dgm:pt>
    <dgm:pt modelId="{F022CE44-D7B8-4EB8-AB25-BC6BE838E97C}" type="parTrans" cxnId="{1C38B350-FE64-4608-85DF-53B393032F23}">
      <dgm:prSet/>
      <dgm:spPr/>
    </dgm:pt>
    <dgm:pt modelId="{C6E34F8A-3C2B-40A3-B7A1-E7D48E76BE46}" type="sibTrans" cxnId="{1C38B350-FE64-4608-85DF-53B393032F23}">
      <dgm:prSet/>
      <dgm:spPr/>
    </dgm:pt>
    <dgm:pt modelId="{C3B405D4-8AD6-475D-8A63-3A18BFE9CC06}">
      <dgm:prSet phldr="0"/>
      <dgm:spPr/>
      <dgm:t>
        <a:bodyPr/>
        <a:lstStyle/>
        <a:p>
          <a:pPr algn="ctr" rtl="0">
            <a:lnSpc>
              <a:spcPct val="90000"/>
            </a:lnSpc>
          </a:pPr>
          <a:r>
            <a:rPr lang="en-US" sz="3300" b="1" dirty="0">
              <a:latin typeface="Times"/>
              <a:ea typeface="+mn-ea"/>
              <a:cs typeface="+mn-cs"/>
            </a:rPr>
            <a:t>Sravani (Testing &amp; AI/ML)</a:t>
          </a:r>
        </a:p>
      </dgm:t>
    </dgm:pt>
    <dgm:pt modelId="{E9824DEF-0184-45EB-9F2F-A0F05FBC597E}" type="parTrans" cxnId="{4C187BA6-06F2-4B0E-BBEC-2A07257A59EE}">
      <dgm:prSet/>
      <dgm:spPr/>
    </dgm:pt>
    <dgm:pt modelId="{06E80DED-2B2E-4200-B9C2-EB5278CFCB92}" type="sibTrans" cxnId="{4C187BA6-06F2-4B0E-BBEC-2A07257A59EE}">
      <dgm:prSet/>
      <dgm:spPr/>
    </dgm:pt>
    <dgm:pt modelId="{173D0DD1-B34A-4F0D-9E0A-B18AA3B2200E}">
      <dgm:prSet phldr="0"/>
      <dgm:spPr/>
      <dgm:t>
        <a:bodyPr/>
        <a:lstStyle/>
        <a:p>
          <a:pPr algn="ctr" rtl="0">
            <a:lnSpc>
              <a:spcPct val="90000"/>
            </a:lnSpc>
          </a:pPr>
          <a:r>
            <a:rPr lang="en-US" sz="3300" b="1" dirty="0">
              <a:latin typeface="Times"/>
              <a:ea typeface="+mn-ea"/>
              <a:cs typeface="+mn-cs"/>
            </a:rPr>
            <a:t>Madhavi (Testing)</a:t>
          </a:r>
        </a:p>
      </dgm:t>
    </dgm:pt>
    <dgm:pt modelId="{A499AD0D-C94C-4404-9A40-6EDB0208F75B}" type="parTrans" cxnId="{F082FA85-BFC0-4F27-9C8D-80D4DB7B06A3}">
      <dgm:prSet/>
      <dgm:spPr/>
    </dgm:pt>
    <dgm:pt modelId="{42317371-2B37-4C1F-B33A-B2A2DC4F4D2B}" type="sibTrans" cxnId="{F082FA85-BFC0-4F27-9C8D-80D4DB7B06A3}">
      <dgm:prSet/>
      <dgm:spPr/>
    </dgm:pt>
    <dgm:pt modelId="{94203FB6-FCF4-438A-ABFD-1A93D08B9E5A}">
      <dgm:prSet phldr="0"/>
      <dgm:spPr/>
      <dgm:t>
        <a:bodyPr/>
        <a:lstStyle/>
        <a:p>
          <a:r>
            <a:rPr lang="en-US" sz="3300" b="1" dirty="0">
              <a:latin typeface="Times"/>
              <a:ea typeface="+mn-ea"/>
              <a:cs typeface="+mn-cs"/>
            </a:rPr>
            <a:t>Devisri (UI/UX)</a:t>
          </a:r>
          <a:endParaRPr lang="en-US" dirty="0"/>
        </a:p>
      </dgm:t>
    </dgm:pt>
    <dgm:pt modelId="{DC318AC7-521B-4AD0-A4E6-7D769C901A0F}" type="parTrans" cxnId="{44DD20EB-79CA-4DB9-A9B9-C4ED1966D09C}">
      <dgm:prSet/>
      <dgm:spPr/>
    </dgm:pt>
    <dgm:pt modelId="{437AF17A-A28B-4AC0-9BF6-CE27ADC76E57}" type="sibTrans" cxnId="{44DD20EB-79CA-4DB9-A9B9-C4ED1966D09C}">
      <dgm:prSet/>
      <dgm:spPr/>
    </dgm:pt>
    <dgm:pt modelId="{4AD7885C-F675-4697-BB1F-A8EA4D3CEF93}" type="pres">
      <dgm:prSet presAssocID="{96EC0E2F-41AE-4DFE-A02C-DFC7F610D75A}" presName="compositeShape" presStyleCnt="0">
        <dgm:presLayoutVars>
          <dgm:dir/>
          <dgm:resizeHandles/>
        </dgm:presLayoutVars>
      </dgm:prSet>
      <dgm:spPr/>
    </dgm:pt>
    <dgm:pt modelId="{5237270C-F223-4EFC-87E0-8B3A9CC4A69E}" type="pres">
      <dgm:prSet presAssocID="{96EC0E2F-41AE-4DFE-A02C-DFC7F610D75A}" presName="pyramid" presStyleLbl="node1" presStyleIdx="0" presStyleCnt="1"/>
      <dgm:spPr/>
    </dgm:pt>
    <dgm:pt modelId="{4BA909BE-6D77-439A-A332-A9401DECF0E8}" type="pres">
      <dgm:prSet presAssocID="{96EC0E2F-41AE-4DFE-A02C-DFC7F610D75A}" presName="theList" presStyleCnt="0"/>
      <dgm:spPr/>
    </dgm:pt>
    <dgm:pt modelId="{12A1E172-EE9F-426F-9A9F-7E302A9E4EE1}" type="pres">
      <dgm:prSet presAssocID="{9A88CC71-6A2F-4F59-A602-AF182F800C8B}" presName="aNode" presStyleLbl="fgAcc1" presStyleIdx="0" presStyleCnt="5">
        <dgm:presLayoutVars>
          <dgm:bulletEnabled val="1"/>
        </dgm:presLayoutVars>
      </dgm:prSet>
      <dgm:spPr/>
    </dgm:pt>
    <dgm:pt modelId="{7518F5D7-6629-4427-93FC-E6291644C8F3}" type="pres">
      <dgm:prSet presAssocID="{9A88CC71-6A2F-4F59-A602-AF182F800C8B}" presName="aSpace" presStyleCnt="0"/>
      <dgm:spPr/>
    </dgm:pt>
    <dgm:pt modelId="{C35876B1-768F-437E-85AA-5DF803D7F890}" type="pres">
      <dgm:prSet presAssocID="{94203FB6-FCF4-438A-ABFD-1A93D08B9E5A}" presName="aNode" presStyleLbl="fgAcc1" presStyleIdx="1" presStyleCnt="5">
        <dgm:presLayoutVars>
          <dgm:bulletEnabled val="1"/>
        </dgm:presLayoutVars>
      </dgm:prSet>
      <dgm:spPr/>
    </dgm:pt>
    <dgm:pt modelId="{E5A2DB26-698D-420D-8F4B-40218B809B86}" type="pres">
      <dgm:prSet presAssocID="{94203FB6-FCF4-438A-ABFD-1A93D08B9E5A}" presName="aSpace" presStyleCnt="0"/>
      <dgm:spPr/>
    </dgm:pt>
    <dgm:pt modelId="{F322D098-DC09-41B7-B256-4A1294DE7BB4}" type="pres">
      <dgm:prSet presAssocID="{9E9144D7-D3AF-46F4-8210-87797C2966D9}" presName="aNode" presStyleLbl="fgAcc1" presStyleIdx="2" presStyleCnt="5">
        <dgm:presLayoutVars>
          <dgm:bulletEnabled val="1"/>
        </dgm:presLayoutVars>
      </dgm:prSet>
      <dgm:spPr/>
    </dgm:pt>
    <dgm:pt modelId="{BB291890-72AD-44E1-9B26-B0A573DBBB8E}" type="pres">
      <dgm:prSet presAssocID="{9E9144D7-D3AF-46F4-8210-87797C2966D9}" presName="aSpace" presStyleCnt="0"/>
      <dgm:spPr/>
    </dgm:pt>
    <dgm:pt modelId="{1875B568-0D83-457C-B9D3-C9566A31D168}" type="pres">
      <dgm:prSet presAssocID="{C3B405D4-8AD6-475D-8A63-3A18BFE9CC06}" presName="aNode" presStyleLbl="fgAcc1" presStyleIdx="3" presStyleCnt="5">
        <dgm:presLayoutVars>
          <dgm:bulletEnabled val="1"/>
        </dgm:presLayoutVars>
      </dgm:prSet>
      <dgm:spPr/>
    </dgm:pt>
    <dgm:pt modelId="{EE88482F-4AF1-484C-B3DD-251053C2ACD2}" type="pres">
      <dgm:prSet presAssocID="{C3B405D4-8AD6-475D-8A63-3A18BFE9CC06}" presName="aSpace" presStyleCnt="0"/>
      <dgm:spPr/>
    </dgm:pt>
    <dgm:pt modelId="{FC23F305-6D55-4278-A9D2-A35CE80ED6F7}" type="pres">
      <dgm:prSet presAssocID="{173D0DD1-B34A-4F0D-9E0A-B18AA3B2200E}" presName="aNode" presStyleLbl="fgAcc1" presStyleIdx="4" presStyleCnt="5">
        <dgm:presLayoutVars>
          <dgm:bulletEnabled val="1"/>
        </dgm:presLayoutVars>
      </dgm:prSet>
      <dgm:spPr/>
    </dgm:pt>
    <dgm:pt modelId="{5B44F7B5-7C0E-41F9-8F72-AB241581B7A8}" type="pres">
      <dgm:prSet presAssocID="{173D0DD1-B34A-4F0D-9E0A-B18AA3B2200E}" presName="aSpace" presStyleCnt="0"/>
      <dgm:spPr/>
    </dgm:pt>
  </dgm:ptLst>
  <dgm:cxnLst>
    <dgm:cxn modelId="{9174131D-BE59-4852-8CBF-8D0232CA5F79}" type="presOf" srcId="{9A88CC71-6A2F-4F59-A602-AF182F800C8B}" destId="{12A1E172-EE9F-426F-9A9F-7E302A9E4EE1}" srcOrd="0" destOrd="0" presId="urn:microsoft.com/office/officeart/2005/8/layout/pyramid2"/>
    <dgm:cxn modelId="{EE42052B-AE2B-43EF-A66B-98BFEB753FA0}" type="presOf" srcId="{173D0DD1-B34A-4F0D-9E0A-B18AA3B2200E}" destId="{FC23F305-6D55-4278-A9D2-A35CE80ED6F7}" srcOrd="0" destOrd="0" presId="urn:microsoft.com/office/officeart/2005/8/layout/pyramid2"/>
    <dgm:cxn modelId="{AEDDB467-FB30-4BE8-9E19-92A56E32C311}" type="presOf" srcId="{94203FB6-FCF4-438A-ABFD-1A93D08B9E5A}" destId="{C35876B1-768F-437E-85AA-5DF803D7F890}" srcOrd="0" destOrd="0" presId="urn:microsoft.com/office/officeart/2005/8/layout/pyramid2"/>
    <dgm:cxn modelId="{DAE6EC47-4AEF-46DD-9E27-3556CF652127}" type="presOf" srcId="{C3B405D4-8AD6-475D-8A63-3A18BFE9CC06}" destId="{1875B568-0D83-457C-B9D3-C9566A31D168}" srcOrd="0" destOrd="0" presId="urn:microsoft.com/office/officeart/2005/8/layout/pyramid2"/>
    <dgm:cxn modelId="{1C38B350-FE64-4608-85DF-53B393032F23}" srcId="{96EC0E2F-41AE-4DFE-A02C-DFC7F610D75A}" destId="{9E9144D7-D3AF-46F4-8210-87797C2966D9}" srcOrd="2" destOrd="0" parTransId="{F022CE44-D7B8-4EB8-AB25-BC6BE838E97C}" sibTransId="{C6E34F8A-3C2B-40A3-B7A1-E7D48E76BE46}"/>
    <dgm:cxn modelId="{10E66A5A-2B3F-4250-B0EA-33C48C85DB44}" type="presOf" srcId="{9E9144D7-D3AF-46F4-8210-87797C2966D9}" destId="{F322D098-DC09-41B7-B256-4A1294DE7BB4}" srcOrd="0" destOrd="0" presId="urn:microsoft.com/office/officeart/2005/8/layout/pyramid2"/>
    <dgm:cxn modelId="{F082FA85-BFC0-4F27-9C8D-80D4DB7B06A3}" srcId="{96EC0E2F-41AE-4DFE-A02C-DFC7F610D75A}" destId="{173D0DD1-B34A-4F0D-9E0A-B18AA3B2200E}" srcOrd="4" destOrd="0" parTransId="{A499AD0D-C94C-4404-9A40-6EDB0208F75B}" sibTransId="{42317371-2B37-4C1F-B33A-B2A2DC4F4D2B}"/>
    <dgm:cxn modelId="{4C187BA6-06F2-4B0E-BBEC-2A07257A59EE}" srcId="{96EC0E2F-41AE-4DFE-A02C-DFC7F610D75A}" destId="{C3B405D4-8AD6-475D-8A63-3A18BFE9CC06}" srcOrd="3" destOrd="0" parTransId="{E9824DEF-0184-45EB-9F2F-A0F05FBC597E}" sibTransId="{06E80DED-2B2E-4200-B9C2-EB5278CFCB92}"/>
    <dgm:cxn modelId="{A1CBC9D2-BB53-43A9-951C-D8E15FA8745A}" srcId="{96EC0E2F-41AE-4DFE-A02C-DFC7F610D75A}" destId="{9A88CC71-6A2F-4F59-A602-AF182F800C8B}" srcOrd="0" destOrd="0" parTransId="{9AF03388-9C2C-4D11-99ED-EF636C450CB8}" sibTransId="{5C1F017D-75E8-4321-A11A-E11A426D130E}"/>
    <dgm:cxn modelId="{462A4EE1-6513-4471-93BB-13C45ABD567D}" type="presOf" srcId="{96EC0E2F-41AE-4DFE-A02C-DFC7F610D75A}" destId="{4AD7885C-F675-4697-BB1F-A8EA4D3CEF93}" srcOrd="0" destOrd="0" presId="urn:microsoft.com/office/officeart/2005/8/layout/pyramid2"/>
    <dgm:cxn modelId="{44DD20EB-79CA-4DB9-A9B9-C4ED1966D09C}" srcId="{96EC0E2F-41AE-4DFE-A02C-DFC7F610D75A}" destId="{94203FB6-FCF4-438A-ABFD-1A93D08B9E5A}" srcOrd="1" destOrd="0" parTransId="{DC318AC7-521B-4AD0-A4E6-7D769C901A0F}" sibTransId="{437AF17A-A28B-4AC0-9BF6-CE27ADC76E57}"/>
    <dgm:cxn modelId="{3E960CB6-E308-4AA1-BBA5-8305A6AD2DC3}" type="presParOf" srcId="{4AD7885C-F675-4697-BB1F-A8EA4D3CEF93}" destId="{5237270C-F223-4EFC-87E0-8B3A9CC4A69E}" srcOrd="0" destOrd="0" presId="urn:microsoft.com/office/officeart/2005/8/layout/pyramid2"/>
    <dgm:cxn modelId="{1DF4A70E-4FA0-4CE9-BF22-3208E37DC555}" type="presParOf" srcId="{4AD7885C-F675-4697-BB1F-A8EA4D3CEF93}" destId="{4BA909BE-6D77-439A-A332-A9401DECF0E8}" srcOrd="1" destOrd="0" presId="urn:microsoft.com/office/officeart/2005/8/layout/pyramid2"/>
    <dgm:cxn modelId="{31291A8D-6EED-4794-BB60-C202F8148FAF}" type="presParOf" srcId="{4BA909BE-6D77-439A-A332-A9401DECF0E8}" destId="{12A1E172-EE9F-426F-9A9F-7E302A9E4EE1}" srcOrd="0" destOrd="0" presId="urn:microsoft.com/office/officeart/2005/8/layout/pyramid2"/>
    <dgm:cxn modelId="{DEE19468-30AD-4BAA-86F2-CBE1304238A1}" type="presParOf" srcId="{4BA909BE-6D77-439A-A332-A9401DECF0E8}" destId="{7518F5D7-6629-4427-93FC-E6291644C8F3}" srcOrd="1" destOrd="0" presId="urn:microsoft.com/office/officeart/2005/8/layout/pyramid2"/>
    <dgm:cxn modelId="{36480805-D158-4CEE-A74D-9A8B6D13B4CF}" type="presParOf" srcId="{4BA909BE-6D77-439A-A332-A9401DECF0E8}" destId="{C35876B1-768F-437E-85AA-5DF803D7F890}" srcOrd="2" destOrd="0" presId="urn:microsoft.com/office/officeart/2005/8/layout/pyramid2"/>
    <dgm:cxn modelId="{1D15DEB1-8E3D-41E8-846D-201FFEBDDDEB}" type="presParOf" srcId="{4BA909BE-6D77-439A-A332-A9401DECF0E8}" destId="{E5A2DB26-698D-420D-8F4B-40218B809B86}" srcOrd="3" destOrd="0" presId="urn:microsoft.com/office/officeart/2005/8/layout/pyramid2"/>
    <dgm:cxn modelId="{A747624E-F472-42D3-AEC0-8BCF62C57D41}" type="presParOf" srcId="{4BA909BE-6D77-439A-A332-A9401DECF0E8}" destId="{F322D098-DC09-41B7-B256-4A1294DE7BB4}" srcOrd="4" destOrd="0" presId="urn:microsoft.com/office/officeart/2005/8/layout/pyramid2"/>
    <dgm:cxn modelId="{F3F5A3E1-A1EF-4236-BEA5-5C6610DFC726}" type="presParOf" srcId="{4BA909BE-6D77-439A-A332-A9401DECF0E8}" destId="{BB291890-72AD-44E1-9B26-B0A573DBBB8E}" srcOrd="5" destOrd="0" presId="urn:microsoft.com/office/officeart/2005/8/layout/pyramid2"/>
    <dgm:cxn modelId="{EDA94AFB-4857-4C46-9176-A066D357756A}" type="presParOf" srcId="{4BA909BE-6D77-439A-A332-A9401DECF0E8}" destId="{1875B568-0D83-457C-B9D3-C9566A31D168}" srcOrd="6" destOrd="0" presId="urn:microsoft.com/office/officeart/2005/8/layout/pyramid2"/>
    <dgm:cxn modelId="{6B8AACF9-5A81-4A16-8DC8-920EA5FA3B5A}" type="presParOf" srcId="{4BA909BE-6D77-439A-A332-A9401DECF0E8}" destId="{EE88482F-4AF1-484C-B3DD-251053C2ACD2}" srcOrd="7" destOrd="0" presId="urn:microsoft.com/office/officeart/2005/8/layout/pyramid2"/>
    <dgm:cxn modelId="{5FA55838-A0EB-4CA1-BA6D-FDD060183769}" type="presParOf" srcId="{4BA909BE-6D77-439A-A332-A9401DECF0E8}" destId="{FC23F305-6D55-4278-A9D2-A35CE80ED6F7}" srcOrd="8" destOrd="0" presId="urn:microsoft.com/office/officeart/2005/8/layout/pyramid2"/>
    <dgm:cxn modelId="{A1AA5FA1-485E-4AF2-910A-2EDE612C2667}" type="presParOf" srcId="{4BA909BE-6D77-439A-A332-A9401DECF0E8}" destId="{5B44F7B5-7C0E-41F9-8F72-AB241581B7A8}" srcOrd="9" destOrd="0" presId="urn:microsoft.com/office/officeart/2005/8/layout/pyramid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66D761-5767-4C21-B324-4A9CFA297A2A}">
      <dsp:nvSpPr>
        <dsp:cNvPr id="0" name=""/>
        <dsp:cNvSpPr/>
      </dsp:nvSpPr>
      <dsp:spPr>
        <a:xfrm>
          <a:off x="739" y="708056"/>
          <a:ext cx="2883124" cy="172987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latin typeface="Aptos Display" panose="020F0302020204030204"/>
            </a:rPr>
            <a:t>Saish </a:t>
          </a:r>
          <a:r>
            <a:rPr lang="en-US" sz="2400" b="1" kern="1200" dirty="0" err="1">
              <a:latin typeface="Aptos Display" panose="020F0302020204030204"/>
            </a:rPr>
            <a:t>Dattana</a:t>
          </a:r>
          <a:r>
            <a:rPr lang="en-US" sz="2400" b="1" kern="1200" dirty="0">
              <a:latin typeface="Aptos Display" panose="020F0302020204030204"/>
            </a:rPr>
            <a:t> (Sales)</a:t>
          </a:r>
          <a:endParaRPr lang="en-US" sz="2400" b="1" kern="1200" dirty="0"/>
        </a:p>
      </dsp:txBody>
      <dsp:txXfrm>
        <a:off x="739" y="708056"/>
        <a:ext cx="2883124" cy="1729874"/>
      </dsp:txXfrm>
    </dsp:sp>
    <dsp:sp modelId="{D8954707-FBFF-4763-BBB4-BBC749B0B317}">
      <dsp:nvSpPr>
        <dsp:cNvPr id="0" name=""/>
        <dsp:cNvSpPr/>
      </dsp:nvSpPr>
      <dsp:spPr>
        <a:xfrm>
          <a:off x="3172175" y="708056"/>
          <a:ext cx="2883124" cy="172987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latin typeface="Aptos Display" panose="020F0302020204030204"/>
            </a:rPr>
            <a:t>Narendra Bellamkonda(Sales)</a:t>
          </a:r>
          <a:endParaRPr lang="en-US" sz="2400" b="1" kern="1200" dirty="0"/>
        </a:p>
      </dsp:txBody>
      <dsp:txXfrm>
        <a:off x="3172175" y="708056"/>
        <a:ext cx="2883124" cy="1729874"/>
      </dsp:txXfrm>
    </dsp:sp>
    <dsp:sp modelId="{938F0580-5DD2-4A76-914C-512FA150A03C}">
      <dsp:nvSpPr>
        <dsp:cNvPr id="0" name=""/>
        <dsp:cNvSpPr/>
      </dsp:nvSpPr>
      <dsp:spPr>
        <a:xfrm>
          <a:off x="739" y="2726243"/>
          <a:ext cx="2883124" cy="172987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latin typeface="Aptos Display" panose="020F0302020204030204"/>
            </a:rPr>
            <a:t>Venkatesh </a:t>
          </a:r>
          <a:r>
            <a:rPr lang="en-US" sz="2400" b="1" kern="1200" dirty="0" err="1">
              <a:latin typeface="Aptos Display" panose="020F0302020204030204"/>
            </a:rPr>
            <a:t>Pranavmurthy</a:t>
          </a:r>
          <a:r>
            <a:rPr lang="en-US" sz="2400" b="1" kern="1200" dirty="0">
              <a:latin typeface="Aptos Display" panose="020F0302020204030204"/>
            </a:rPr>
            <a:t> (Technology)</a:t>
          </a:r>
          <a:endParaRPr lang="en-US" sz="2400" b="1" kern="1200" dirty="0"/>
        </a:p>
      </dsp:txBody>
      <dsp:txXfrm>
        <a:off x="739" y="2726243"/>
        <a:ext cx="2883124" cy="1729874"/>
      </dsp:txXfrm>
    </dsp:sp>
    <dsp:sp modelId="{3A6FF84E-E479-4887-A590-2279AEF211E5}">
      <dsp:nvSpPr>
        <dsp:cNvPr id="0" name=""/>
        <dsp:cNvSpPr/>
      </dsp:nvSpPr>
      <dsp:spPr>
        <a:xfrm>
          <a:off x="3172175" y="2726243"/>
          <a:ext cx="2883124" cy="172987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kern="1200" dirty="0">
              <a:latin typeface="Aptos Display" panose="020F0302020204030204"/>
            </a:rPr>
            <a:t> </a:t>
          </a:r>
          <a:r>
            <a:rPr lang="en-US" sz="2400" b="1" kern="1200" dirty="0">
              <a:latin typeface="Aptos Display" panose="020F0302020204030204"/>
            </a:rPr>
            <a:t>Suman Natarajan (Delivery)</a:t>
          </a:r>
          <a:endParaRPr lang="en-US" sz="2400" b="1" kern="1200" dirty="0"/>
        </a:p>
      </dsp:txBody>
      <dsp:txXfrm>
        <a:off x="3172175" y="2726243"/>
        <a:ext cx="2883124" cy="17298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66D761-5767-4C21-B324-4A9CFA297A2A}">
      <dsp:nvSpPr>
        <dsp:cNvPr id="0" name=""/>
        <dsp:cNvSpPr/>
      </dsp:nvSpPr>
      <dsp:spPr>
        <a:xfrm>
          <a:off x="0" y="950409"/>
          <a:ext cx="3186474" cy="1911884"/>
        </a:xfrm>
        <a:prstGeom prst="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rtl="0">
            <a:lnSpc>
              <a:spcPct val="90000"/>
            </a:lnSpc>
            <a:spcBef>
              <a:spcPct val="0"/>
            </a:spcBef>
            <a:spcAft>
              <a:spcPct val="35000"/>
            </a:spcAft>
            <a:buNone/>
          </a:pPr>
          <a:r>
            <a:rPr lang="en-US" sz="3800" b="1" kern="1200" dirty="0">
              <a:latin typeface="Aptos Display" panose="020F0302020204030204"/>
            </a:rPr>
            <a:t>Surendra Bellamkonda (Operations)</a:t>
          </a:r>
        </a:p>
      </dsp:txBody>
      <dsp:txXfrm>
        <a:off x="0" y="950409"/>
        <a:ext cx="3186474" cy="1911884"/>
      </dsp:txXfrm>
    </dsp:sp>
    <dsp:sp modelId="{C1863AC8-4659-4BAF-A4EC-443A49A157C9}">
      <dsp:nvSpPr>
        <dsp:cNvPr id="0" name=""/>
        <dsp:cNvSpPr/>
      </dsp:nvSpPr>
      <dsp:spPr>
        <a:xfrm>
          <a:off x="3505121" y="950409"/>
          <a:ext cx="3186474" cy="1911884"/>
        </a:xfrm>
        <a:prstGeom prst="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rtl="0">
            <a:lnSpc>
              <a:spcPct val="90000"/>
            </a:lnSpc>
            <a:spcBef>
              <a:spcPct val="0"/>
            </a:spcBef>
            <a:spcAft>
              <a:spcPct val="35000"/>
            </a:spcAft>
            <a:buNone/>
          </a:pPr>
          <a:r>
            <a:rPr lang="en-US" sz="3800" b="1" kern="1200" dirty="0">
              <a:latin typeface="Aptos Display" panose="020F0302020204030204"/>
            </a:rPr>
            <a:t>Rajesh Vattikuti (Pune Center)</a:t>
          </a:r>
          <a:endParaRPr lang="en-US" sz="3800" b="1" kern="1200" dirty="0"/>
        </a:p>
      </dsp:txBody>
      <dsp:txXfrm>
        <a:off x="3505121" y="950409"/>
        <a:ext cx="3186474" cy="1911884"/>
      </dsp:txXfrm>
    </dsp:sp>
    <dsp:sp modelId="{938F0580-5DD2-4A76-914C-512FA150A03C}">
      <dsp:nvSpPr>
        <dsp:cNvPr id="0" name=""/>
        <dsp:cNvSpPr/>
      </dsp:nvSpPr>
      <dsp:spPr>
        <a:xfrm>
          <a:off x="7010242" y="950409"/>
          <a:ext cx="3186474" cy="1911884"/>
        </a:xfrm>
        <a:prstGeom prst="rect">
          <a:avLst/>
        </a:prstGeom>
        <a:solidFill>
          <a:schemeClr val="lt1">
            <a:hueOff val="0"/>
            <a:satOff val="0"/>
            <a:lumOff val="0"/>
            <a:alphaOff val="0"/>
          </a:schemeClr>
        </a:solidFill>
        <a:ln w="19050" cap="flat" cmpd="sng" algn="ctr">
          <a:solidFill>
            <a:schemeClr val="dk2">
              <a:shade val="80000"/>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rtl="0">
            <a:lnSpc>
              <a:spcPct val="90000"/>
            </a:lnSpc>
            <a:spcBef>
              <a:spcPct val="0"/>
            </a:spcBef>
            <a:spcAft>
              <a:spcPct val="35000"/>
            </a:spcAft>
            <a:buNone/>
          </a:pPr>
          <a:r>
            <a:rPr lang="en-US" sz="3800" b="1" kern="1200" dirty="0">
              <a:latin typeface="Aptos Display"/>
            </a:rPr>
            <a:t>Sai </a:t>
          </a:r>
          <a:r>
            <a:rPr lang="en-US" sz="3800" b="1" kern="1200" dirty="0" err="1">
              <a:latin typeface="Aptos Display"/>
            </a:rPr>
            <a:t>Rishigna</a:t>
          </a:r>
          <a:r>
            <a:rPr lang="en-US" sz="3800" b="1" kern="1200" dirty="0">
              <a:latin typeface="Aptos Display"/>
            </a:rPr>
            <a:t> (Sales)</a:t>
          </a:r>
        </a:p>
      </dsp:txBody>
      <dsp:txXfrm>
        <a:off x="7010242" y="950409"/>
        <a:ext cx="3186474" cy="19118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F65424-EC4D-4817-8CC1-2514A14D4EB4}">
      <dsp:nvSpPr>
        <dsp:cNvPr id="0" name=""/>
        <dsp:cNvSpPr/>
      </dsp:nvSpPr>
      <dsp:spPr>
        <a:xfrm>
          <a:off x="3963573" y="1524"/>
          <a:ext cx="1979443" cy="79177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1910" tIns="20955" rIns="0" bIns="20955" numCol="1" spcCol="1270" anchor="ctr" anchorCtr="0">
          <a:noAutofit/>
        </a:bodyPr>
        <a:lstStyle/>
        <a:p>
          <a:pPr marL="0" lvl="0" indent="0" algn="ctr" defTabSz="1466850" rtl="0">
            <a:lnSpc>
              <a:spcPct val="90000"/>
            </a:lnSpc>
            <a:spcBef>
              <a:spcPct val="0"/>
            </a:spcBef>
            <a:spcAft>
              <a:spcPct val="35000"/>
            </a:spcAft>
            <a:buNone/>
          </a:pPr>
          <a:r>
            <a:rPr lang="en-US" sz="3300" b="0" kern="1200" dirty="0">
              <a:latin typeface="Times"/>
              <a:ea typeface="+mn-ea"/>
              <a:cs typeface="+mn-cs"/>
            </a:rPr>
            <a:t>Rich </a:t>
          </a:r>
        </a:p>
      </dsp:txBody>
      <dsp:txXfrm>
        <a:off x="4359462" y="1524"/>
        <a:ext cx="1187666" cy="791777"/>
      </dsp:txXfrm>
    </dsp:sp>
    <dsp:sp modelId="{734A009F-C1AB-4D58-B768-AD0356CBF39A}">
      <dsp:nvSpPr>
        <dsp:cNvPr id="0" name=""/>
        <dsp:cNvSpPr/>
      </dsp:nvSpPr>
      <dsp:spPr>
        <a:xfrm>
          <a:off x="5685688" y="68825"/>
          <a:ext cx="1642937" cy="657175"/>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0" bIns="22860" numCol="1" spcCol="1270" anchor="ctr" anchorCtr="0">
          <a:noAutofit/>
        </a:bodyPr>
        <a:lstStyle/>
        <a:p>
          <a:pPr marL="0" lvl="0" indent="0" algn="ctr" defTabSz="1600200" rtl="0">
            <a:lnSpc>
              <a:spcPct val="90000"/>
            </a:lnSpc>
            <a:spcBef>
              <a:spcPct val="0"/>
            </a:spcBef>
            <a:spcAft>
              <a:spcPct val="35000"/>
            </a:spcAft>
            <a:buNone/>
          </a:pPr>
          <a:r>
            <a:rPr lang="en-US" sz="3600" b="1" kern="1200" dirty="0">
              <a:latin typeface="Times"/>
              <a:ea typeface="+mn-ea"/>
              <a:cs typeface="+mn-cs"/>
            </a:rPr>
            <a:t>03 </a:t>
          </a:r>
        </a:p>
      </dsp:txBody>
      <dsp:txXfrm>
        <a:off x="6014276" y="68825"/>
        <a:ext cx="985762" cy="657175"/>
      </dsp:txXfrm>
    </dsp:sp>
    <dsp:sp modelId="{AAD51A27-3B7B-4226-B524-7F1CA74D8EB7}">
      <dsp:nvSpPr>
        <dsp:cNvPr id="0" name=""/>
        <dsp:cNvSpPr/>
      </dsp:nvSpPr>
      <dsp:spPr>
        <a:xfrm>
          <a:off x="3963573" y="904150"/>
          <a:ext cx="1979443" cy="79177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rtl="0">
            <a:lnSpc>
              <a:spcPct val="90000"/>
            </a:lnSpc>
            <a:spcBef>
              <a:spcPct val="0"/>
            </a:spcBef>
            <a:spcAft>
              <a:spcPct val="35000"/>
            </a:spcAft>
            <a:buNone/>
          </a:pPr>
          <a:r>
            <a:rPr lang="en-US" sz="1900" b="1" kern="1200" dirty="0">
              <a:latin typeface="Times"/>
              <a:ea typeface="+mn-ea"/>
              <a:cs typeface="+mn-cs"/>
            </a:rPr>
            <a:t>ILG </a:t>
          </a:r>
        </a:p>
      </dsp:txBody>
      <dsp:txXfrm>
        <a:off x="4359462" y="904150"/>
        <a:ext cx="1187666" cy="791777"/>
      </dsp:txXfrm>
    </dsp:sp>
    <dsp:sp modelId="{9406FBF0-0E66-4B75-9E5F-E03B4AD1CDB7}">
      <dsp:nvSpPr>
        <dsp:cNvPr id="0" name=""/>
        <dsp:cNvSpPr/>
      </dsp:nvSpPr>
      <dsp:spPr>
        <a:xfrm>
          <a:off x="5685688" y="971451"/>
          <a:ext cx="1642937" cy="657175"/>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610" tIns="27305" rIns="0" bIns="27305" numCol="1" spcCol="1270" anchor="ctr" anchorCtr="0">
          <a:noAutofit/>
        </a:bodyPr>
        <a:lstStyle/>
        <a:p>
          <a:pPr marL="0" lvl="0" indent="0" algn="ctr" defTabSz="1911350" rtl="0">
            <a:lnSpc>
              <a:spcPct val="90000"/>
            </a:lnSpc>
            <a:spcBef>
              <a:spcPct val="0"/>
            </a:spcBef>
            <a:spcAft>
              <a:spcPct val="35000"/>
            </a:spcAft>
            <a:buNone/>
          </a:pPr>
          <a:r>
            <a:rPr lang="en-US" sz="4300" b="1" kern="1200" dirty="0">
              <a:latin typeface="Times"/>
              <a:ea typeface="+mn-ea"/>
              <a:cs typeface="+mn-cs"/>
            </a:rPr>
            <a:t>04 </a:t>
          </a:r>
        </a:p>
      </dsp:txBody>
      <dsp:txXfrm>
        <a:off x="6014276" y="971451"/>
        <a:ext cx="985762" cy="657175"/>
      </dsp:txXfrm>
    </dsp:sp>
    <dsp:sp modelId="{EA7B5704-A530-4B83-ACE9-0FB526A444CA}">
      <dsp:nvSpPr>
        <dsp:cNvPr id="0" name=""/>
        <dsp:cNvSpPr/>
      </dsp:nvSpPr>
      <dsp:spPr>
        <a:xfrm>
          <a:off x="3963573" y="1806776"/>
          <a:ext cx="1979443" cy="79177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rtl="0">
            <a:lnSpc>
              <a:spcPct val="90000"/>
            </a:lnSpc>
            <a:spcBef>
              <a:spcPct val="0"/>
            </a:spcBef>
            <a:spcAft>
              <a:spcPct val="35000"/>
            </a:spcAft>
            <a:buNone/>
          </a:pPr>
          <a:r>
            <a:rPr lang="en-US" sz="1900" b="1" kern="1200" dirty="0" err="1">
              <a:latin typeface="Times"/>
              <a:ea typeface="+mn-ea"/>
              <a:cs typeface="+mn-cs"/>
            </a:rPr>
            <a:t>Natwest</a:t>
          </a:r>
          <a:r>
            <a:rPr lang="en-US" sz="1900" b="1" kern="1200" dirty="0">
              <a:latin typeface="Times"/>
              <a:ea typeface="+mn-ea"/>
              <a:cs typeface="+mn-cs"/>
            </a:rPr>
            <a:t> </a:t>
          </a:r>
        </a:p>
      </dsp:txBody>
      <dsp:txXfrm>
        <a:off x="4359462" y="1806776"/>
        <a:ext cx="1187666" cy="791777"/>
      </dsp:txXfrm>
    </dsp:sp>
    <dsp:sp modelId="{1E0A1652-4673-4A69-90E4-CC4FD729B074}">
      <dsp:nvSpPr>
        <dsp:cNvPr id="0" name=""/>
        <dsp:cNvSpPr/>
      </dsp:nvSpPr>
      <dsp:spPr>
        <a:xfrm>
          <a:off x="5685688" y="1874077"/>
          <a:ext cx="1642937" cy="657175"/>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610" tIns="27305" rIns="0" bIns="27305" numCol="1" spcCol="1270" anchor="ctr" anchorCtr="0">
          <a:noAutofit/>
        </a:bodyPr>
        <a:lstStyle/>
        <a:p>
          <a:pPr marL="0" lvl="0" indent="0" algn="ctr" defTabSz="1911350" rtl="0">
            <a:lnSpc>
              <a:spcPct val="90000"/>
            </a:lnSpc>
            <a:spcBef>
              <a:spcPct val="0"/>
            </a:spcBef>
            <a:spcAft>
              <a:spcPct val="35000"/>
            </a:spcAft>
            <a:buNone/>
          </a:pPr>
          <a:r>
            <a:rPr lang="en-US" sz="4300" b="1" kern="1200" dirty="0">
              <a:latin typeface="Times"/>
              <a:ea typeface="+mn-ea"/>
              <a:cs typeface="+mn-cs"/>
            </a:rPr>
            <a:t>05 </a:t>
          </a:r>
          <a:endParaRPr lang="en-US" sz="4300" kern="1200" dirty="0"/>
        </a:p>
      </dsp:txBody>
      <dsp:txXfrm>
        <a:off x="6014276" y="1874077"/>
        <a:ext cx="985762" cy="657175"/>
      </dsp:txXfrm>
    </dsp:sp>
    <dsp:sp modelId="{BCC3C8B2-0766-4F0F-AEAE-6BB11C314F48}">
      <dsp:nvSpPr>
        <dsp:cNvPr id="0" name=""/>
        <dsp:cNvSpPr/>
      </dsp:nvSpPr>
      <dsp:spPr>
        <a:xfrm>
          <a:off x="3963573" y="2709402"/>
          <a:ext cx="1979443" cy="79177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rtl="0">
            <a:lnSpc>
              <a:spcPct val="90000"/>
            </a:lnSpc>
            <a:spcBef>
              <a:spcPct val="0"/>
            </a:spcBef>
            <a:spcAft>
              <a:spcPct val="35000"/>
            </a:spcAft>
            <a:buNone/>
          </a:pPr>
          <a:r>
            <a:rPr lang="en-US" sz="1900" b="1" kern="1200" dirty="0" err="1">
              <a:latin typeface="Times"/>
              <a:ea typeface="+mn-ea"/>
              <a:cs typeface="+mn-cs"/>
            </a:rPr>
            <a:t>Prowesss</a:t>
          </a:r>
        </a:p>
      </dsp:txBody>
      <dsp:txXfrm>
        <a:off x="4359462" y="2709402"/>
        <a:ext cx="1187666" cy="791777"/>
      </dsp:txXfrm>
    </dsp:sp>
    <dsp:sp modelId="{71600CC0-473C-42AF-B9C1-22FCD1218E0F}">
      <dsp:nvSpPr>
        <dsp:cNvPr id="0" name=""/>
        <dsp:cNvSpPr/>
      </dsp:nvSpPr>
      <dsp:spPr>
        <a:xfrm>
          <a:off x="5685688" y="2776704"/>
          <a:ext cx="1642937" cy="657175"/>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610" tIns="27305" rIns="0" bIns="27305" numCol="1" spcCol="1270" anchor="ctr" anchorCtr="0">
          <a:noAutofit/>
        </a:bodyPr>
        <a:lstStyle/>
        <a:p>
          <a:pPr marL="0" lvl="0" indent="0" algn="ctr" defTabSz="1911350">
            <a:lnSpc>
              <a:spcPct val="90000"/>
            </a:lnSpc>
            <a:spcBef>
              <a:spcPct val="0"/>
            </a:spcBef>
            <a:spcAft>
              <a:spcPct val="35000"/>
            </a:spcAft>
            <a:buNone/>
          </a:pPr>
          <a:r>
            <a:rPr lang="en-US" sz="4300" b="1" kern="1200" dirty="0">
              <a:latin typeface="Times"/>
              <a:ea typeface="+mn-ea"/>
              <a:cs typeface="+mn-cs"/>
            </a:rPr>
            <a:t>02</a:t>
          </a:r>
        </a:p>
      </dsp:txBody>
      <dsp:txXfrm>
        <a:off x="6014276" y="2776704"/>
        <a:ext cx="985762" cy="657175"/>
      </dsp:txXfrm>
    </dsp:sp>
    <dsp:sp modelId="{D4D367DD-2DF0-41BD-B06D-232149CDA8FC}">
      <dsp:nvSpPr>
        <dsp:cNvPr id="0" name=""/>
        <dsp:cNvSpPr/>
      </dsp:nvSpPr>
      <dsp:spPr>
        <a:xfrm>
          <a:off x="3963573" y="3612029"/>
          <a:ext cx="1979443" cy="791777"/>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b="1" kern="1200" dirty="0">
              <a:latin typeface="Times"/>
              <a:ea typeface="+mn-ea"/>
              <a:cs typeface="+mn-cs"/>
            </a:rPr>
            <a:t>Amaravati</a:t>
          </a:r>
        </a:p>
      </dsp:txBody>
      <dsp:txXfrm>
        <a:off x="4359462" y="3612029"/>
        <a:ext cx="1187666" cy="791777"/>
      </dsp:txXfrm>
    </dsp:sp>
    <dsp:sp modelId="{C103B8E7-1BED-41D1-A637-9FAB29B0CB05}">
      <dsp:nvSpPr>
        <dsp:cNvPr id="0" name=""/>
        <dsp:cNvSpPr/>
      </dsp:nvSpPr>
      <dsp:spPr>
        <a:xfrm>
          <a:off x="5685688" y="3679330"/>
          <a:ext cx="1642937" cy="657175"/>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4610" tIns="27305" rIns="0" bIns="27305" numCol="1" spcCol="1270" anchor="ctr" anchorCtr="0">
          <a:noAutofit/>
        </a:bodyPr>
        <a:lstStyle/>
        <a:p>
          <a:pPr marL="0" lvl="0" indent="0" algn="ctr" defTabSz="1911350">
            <a:lnSpc>
              <a:spcPct val="90000"/>
            </a:lnSpc>
            <a:spcBef>
              <a:spcPct val="0"/>
            </a:spcBef>
            <a:spcAft>
              <a:spcPct val="35000"/>
            </a:spcAft>
            <a:buNone/>
          </a:pPr>
          <a:r>
            <a:rPr lang="en-US" sz="4300" b="1" kern="1200" dirty="0">
              <a:latin typeface="Times"/>
              <a:ea typeface="+mn-ea"/>
              <a:cs typeface="+mn-cs"/>
            </a:rPr>
            <a:t>05</a:t>
          </a:r>
        </a:p>
      </dsp:txBody>
      <dsp:txXfrm>
        <a:off x="6014276" y="3679330"/>
        <a:ext cx="985762" cy="6571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7270C-F223-4EFC-87E0-8B3A9CC4A69E}">
      <dsp:nvSpPr>
        <dsp:cNvPr id="0" name=""/>
        <dsp:cNvSpPr/>
      </dsp:nvSpPr>
      <dsp:spPr>
        <a:xfrm>
          <a:off x="2094092" y="0"/>
          <a:ext cx="5724891" cy="5724891"/>
        </a:xfrm>
        <a:prstGeom prst="triangl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2A1E172-EE9F-426F-9A9F-7E302A9E4EE1}">
      <dsp:nvSpPr>
        <dsp:cNvPr id="0" name=""/>
        <dsp:cNvSpPr/>
      </dsp:nvSpPr>
      <dsp:spPr>
        <a:xfrm>
          <a:off x="4956537" y="575563"/>
          <a:ext cx="3721179" cy="135518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US" sz="3300" b="1" kern="1200">
              <a:latin typeface="Times"/>
              <a:ea typeface="+mn-ea"/>
              <a:cs typeface="+mn-cs"/>
            </a:rPr>
            <a:t>Vedavyas (UI/UX)</a:t>
          </a:r>
        </a:p>
      </dsp:txBody>
      <dsp:txXfrm>
        <a:off x="5022692" y="641718"/>
        <a:ext cx="3588869" cy="1222879"/>
      </dsp:txXfrm>
    </dsp:sp>
    <dsp:sp modelId="{F322D098-DC09-41B7-B256-4A1294DE7BB4}">
      <dsp:nvSpPr>
        <dsp:cNvPr id="0" name=""/>
        <dsp:cNvSpPr/>
      </dsp:nvSpPr>
      <dsp:spPr>
        <a:xfrm>
          <a:off x="4956537" y="2100151"/>
          <a:ext cx="3721179" cy="135518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rtl="0">
            <a:lnSpc>
              <a:spcPct val="90000"/>
            </a:lnSpc>
            <a:spcBef>
              <a:spcPct val="0"/>
            </a:spcBef>
            <a:spcAft>
              <a:spcPct val="35000"/>
            </a:spcAft>
            <a:buNone/>
          </a:pPr>
          <a:r>
            <a:rPr lang="en-US" sz="3600" b="1" kern="1200">
              <a:latin typeface="Times"/>
              <a:ea typeface="+mn-ea"/>
              <a:cs typeface="+mn-cs"/>
            </a:rPr>
            <a:t>Saritha (UI/UX)</a:t>
          </a:r>
        </a:p>
      </dsp:txBody>
      <dsp:txXfrm>
        <a:off x="5022692" y="2166306"/>
        <a:ext cx="3588869" cy="1222879"/>
      </dsp:txXfrm>
    </dsp:sp>
    <dsp:sp modelId="{2C405E6C-DB4A-4427-A472-A8D88324B0B8}">
      <dsp:nvSpPr>
        <dsp:cNvPr id="0" name=""/>
        <dsp:cNvSpPr/>
      </dsp:nvSpPr>
      <dsp:spPr>
        <a:xfrm>
          <a:off x="4956537" y="3624739"/>
          <a:ext cx="3721179" cy="135518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en-US" sz="3600" b="1" kern="1200">
              <a:latin typeface="Times"/>
              <a:ea typeface="+mn-ea"/>
              <a:cs typeface="+mn-cs"/>
            </a:rPr>
            <a:t>Sravan(AI/ML)</a:t>
          </a:r>
        </a:p>
      </dsp:txBody>
      <dsp:txXfrm>
        <a:off x="5022692" y="3690894"/>
        <a:ext cx="3588869" cy="122287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7270C-F223-4EFC-87E0-8B3A9CC4A69E}">
      <dsp:nvSpPr>
        <dsp:cNvPr id="0" name=""/>
        <dsp:cNvSpPr/>
      </dsp:nvSpPr>
      <dsp:spPr>
        <a:xfrm>
          <a:off x="2094092" y="0"/>
          <a:ext cx="5724891" cy="5724891"/>
        </a:xfrm>
        <a:prstGeom prst="triangl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2A1E172-EE9F-426F-9A9F-7E302A9E4EE1}">
      <dsp:nvSpPr>
        <dsp:cNvPr id="0" name=""/>
        <dsp:cNvSpPr/>
      </dsp:nvSpPr>
      <dsp:spPr>
        <a:xfrm>
          <a:off x="4956537" y="573048"/>
          <a:ext cx="3721179" cy="101750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US" sz="3300" b="1" kern="1200">
              <a:latin typeface="Times"/>
              <a:ea typeface="+mn-ea"/>
              <a:cs typeface="+mn-cs"/>
            </a:rPr>
            <a:t> Yash Chavan (AI/ML)</a:t>
          </a:r>
        </a:p>
      </dsp:txBody>
      <dsp:txXfrm>
        <a:off x="5006208" y="622719"/>
        <a:ext cx="3621837" cy="918167"/>
      </dsp:txXfrm>
    </dsp:sp>
    <dsp:sp modelId="{F322D098-DC09-41B7-B256-4A1294DE7BB4}">
      <dsp:nvSpPr>
        <dsp:cNvPr id="0" name=""/>
        <dsp:cNvSpPr/>
      </dsp:nvSpPr>
      <dsp:spPr>
        <a:xfrm>
          <a:off x="4956537" y="1717746"/>
          <a:ext cx="3721179" cy="101750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US" sz="2700" b="1" kern="1200" dirty="0">
              <a:latin typeface="Times"/>
              <a:ea typeface="+mn-ea"/>
              <a:cs typeface="+mn-cs"/>
            </a:rPr>
            <a:t>Omkar </a:t>
          </a:r>
          <a:r>
            <a:rPr lang="en-US" sz="2700" b="1" kern="1200" dirty="0" err="1">
              <a:latin typeface="Times"/>
              <a:ea typeface="+mn-ea"/>
              <a:cs typeface="+mn-cs"/>
            </a:rPr>
            <a:t>Khadake</a:t>
          </a:r>
          <a:r>
            <a:rPr lang="en-US" sz="2700" b="1" kern="1200" dirty="0">
              <a:latin typeface="Times"/>
              <a:ea typeface="+mn-ea"/>
              <a:cs typeface="+mn-cs"/>
            </a:rPr>
            <a:t> (DevOps)</a:t>
          </a:r>
        </a:p>
      </dsp:txBody>
      <dsp:txXfrm>
        <a:off x="5006208" y="1767417"/>
        <a:ext cx="3621837" cy="918167"/>
      </dsp:txXfrm>
    </dsp:sp>
    <dsp:sp modelId="{2C405E6C-DB4A-4427-A472-A8D88324B0B8}">
      <dsp:nvSpPr>
        <dsp:cNvPr id="0" name=""/>
        <dsp:cNvSpPr/>
      </dsp:nvSpPr>
      <dsp:spPr>
        <a:xfrm>
          <a:off x="4956537" y="2862445"/>
          <a:ext cx="3721179" cy="101750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US" sz="2700" b="1" kern="1200">
              <a:latin typeface="Times"/>
              <a:ea typeface="+mn-ea"/>
              <a:cs typeface="+mn-cs"/>
            </a:rPr>
            <a:t>Swapnil (Back End)</a:t>
          </a:r>
        </a:p>
      </dsp:txBody>
      <dsp:txXfrm>
        <a:off x="5006208" y="2912116"/>
        <a:ext cx="3621837" cy="918167"/>
      </dsp:txXfrm>
    </dsp:sp>
    <dsp:sp modelId="{1875B568-0D83-457C-B9D3-C9566A31D168}">
      <dsp:nvSpPr>
        <dsp:cNvPr id="0" name=""/>
        <dsp:cNvSpPr/>
      </dsp:nvSpPr>
      <dsp:spPr>
        <a:xfrm>
          <a:off x="4956537" y="4007144"/>
          <a:ext cx="3721179" cy="101750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marL="0" lvl="0" indent="0" algn="ctr" defTabSz="1200150" rtl="0">
            <a:lnSpc>
              <a:spcPct val="90000"/>
            </a:lnSpc>
            <a:spcBef>
              <a:spcPct val="0"/>
            </a:spcBef>
            <a:spcAft>
              <a:spcPct val="35000"/>
            </a:spcAft>
            <a:buNone/>
          </a:pPr>
          <a:r>
            <a:rPr lang="en-US" sz="2700" b="1" kern="1200" dirty="0" err="1">
              <a:latin typeface="Times"/>
              <a:ea typeface="+mn-ea"/>
              <a:cs typeface="+mn-cs"/>
            </a:rPr>
            <a:t>Uhakhan</a:t>
          </a:r>
          <a:r>
            <a:rPr lang="en-US" sz="2700" b="1" kern="1200" dirty="0">
              <a:latin typeface="Times"/>
              <a:ea typeface="+mn-ea"/>
              <a:cs typeface="+mn-cs"/>
            </a:rPr>
            <a:t> (Testing &amp; DevOps)</a:t>
          </a:r>
        </a:p>
      </dsp:txBody>
      <dsp:txXfrm>
        <a:off x="5006208" y="4056815"/>
        <a:ext cx="3621837" cy="91816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7270C-F223-4EFC-87E0-8B3A9CC4A69E}">
      <dsp:nvSpPr>
        <dsp:cNvPr id="0" name=""/>
        <dsp:cNvSpPr/>
      </dsp:nvSpPr>
      <dsp:spPr>
        <a:xfrm>
          <a:off x="2094092" y="0"/>
          <a:ext cx="5724891" cy="5724891"/>
        </a:xfrm>
        <a:prstGeom prst="triangl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2A1E172-EE9F-426F-9A9F-7E302A9E4EE1}">
      <dsp:nvSpPr>
        <dsp:cNvPr id="0" name=""/>
        <dsp:cNvSpPr/>
      </dsp:nvSpPr>
      <dsp:spPr>
        <a:xfrm>
          <a:off x="4956537" y="575563"/>
          <a:ext cx="3721179" cy="67759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US" sz="3300" b="0" kern="1200" dirty="0">
              <a:latin typeface="Times"/>
              <a:ea typeface="+mn-ea"/>
              <a:cs typeface="+mn-cs"/>
            </a:rPr>
            <a:t> </a:t>
          </a:r>
          <a:r>
            <a:rPr lang="en-US" sz="3300" b="0" kern="1200" dirty="0" err="1">
              <a:latin typeface="Times"/>
              <a:ea typeface="+mn-ea"/>
              <a:cs typeface="+mn-cs"/>
            </a:rPr>
            <a:t>Vedangee</a:t>
          </a:r>
          <a:r>
            <a:rPr lang="en-US" sz="3300" b="0" kern="1200" dirty="0">
              <a:latin typeface="Times"/>
              <a:ea typeface="+mn-ea"/>
              <a:cs typeface="+mn-cs"/>
            </a:rPr>
            <a:t> (UI/UX)</a:t>
          </a:r>
        </a:p>
      </dsp:txBody>
      <dsp:txXfrm>
        <a:off x="4989614" y="608640"/>
        <a:ext cx="3655025" cy="611440"/>
      </dsp:txXfrm>
    </dsp:sp>
    <dsp:sp modelId="{F322D098-DC09-41B7-B256-4A1294DE7BB4}">
      <dsp:nvSpPr>
        <dsp:cNvPr id="0" name=""/>
        <dsp:cNvSpPr/>
      </dsp:nvSpPr>
      <dsp:spPr>
        <a:xfrm>
          <a:off x="4956537" y="1337857"/>
          <a:ext cx="3721179" cy="67759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latin typeface="Times"/>
              <a:ea typeface="+mn-ea"/>
              <a:cs typeface="+mn-cs"/>
            </a:rPr>
            <a:t>Tushar (Back End)</a:t>
          </a:r>
        </a:p>
      </dsp:txBody>
      <dsp:txXfrm>
        <a:off x="4989614" y="1370934"/>
        <a:ext cx="3655025" cy="611440"/>
      </dsp:txXfrm>
    </dsp:sp>
    <dsp:sp modelId="{2C405E6C-DB4A-4427-A472-A8D88324B0B8}">
      <dsp:nvSpPr>
        <dsp:cNvPr id="0" name=""/>
        <dsp:cNvSpPr/>
      </dsp:nvSpPr>
      <dsp:spPr>
        <a:xfrm>
          <a:off x="4956537" y="2100151"/>
          <a:ext cx="3721179" cy="67759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latin typeface="Times"/>
              <a:ea typeface="+mn-ea"/>
              <a:cs typeface="+mn-cs"/>
            </a:rPr>
            <a:t>Shaik Sabu (AI/ML)</a:t>
          </a:r>
        </a:p>
      </dsp:txBody>
      <dsp:txXfrm>
        <a:off x="4989614" y="2133228"/>
        <a:ext cx="3655025" cy="611440"/>
      </dsp:txXfrm>
    </dsp:sp>
    <dsp:sp modelId="{1875B568-0D83-457C-B9D3-C9566A31D168}">
      <dsp:nvSpPr>
        <dsp:cNvPr id="0" name=""/>
        <dsp:cNvSpPr/>
      </dsp:nvSpPr>
      <dsp:spPr>
        <a:xfrm>
          <a:off x="4956537" y="2862445"/>
          <a:ext cx="3721179" cy="67759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err="1">
              <a:latin typeface="Times"/>
              <a:ea typeface="+mn-ea"/>
              <a:cs typeface="+mn-cs"/>
            </a:rPr>
            <a:t>Chikkala</a:t>
          </a:r>
          <a:r>
            <a:rPr lang="en-US" sz="2400" b="1" kern="1200" dirty="0">
              <a:latin typeface="Times"/>
              <a:ea typeface="+mn-ea"/>
              <a:cs typeface="+mn-cs"/>
            </a:rPr>
            <a:t> Naresh (AI/ML)</a:t>
          </a:r>
        </a:p>
      </dsp:txBody>
      <dsp:txXfrm>
        <a:off x="4989614" y="2895522"/>
        <a:ext cx="3655025" cy="611440"/>
      </dsp:txXfrm>
    </dsp:sp>
    <dsp:sp modelId="{FC23F305-6D55-4278-A9D2-A35CE80ED6F7}">
      <dsp:nvSpPr>
        <dsp:cNvPr id="0" name=""/>
        <dsp:cNvSpPr/>
      </dsp:nvSpPr>
      <dsp:spPr>
        <a:xfrm>
          <a:off x="4956537" y="3624739"/>
          <a:ext cx="3721179" cy="67759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err="1">
              <a:latin typeface="Times"/>
              <a:ea typeface="+mn-ea"/>
              <a:cs typeface="+mn-cs"/>
            </a:rPr>
            <a:t>Paravathi</a:t>
          </a:r>
          <a:r>
            <a:rPr lang="en-US" sz="2400" b="1" kern="1200" dirty="0">
              <a:latin typeface="Times"/>
              <a:ea typeface="+mn-ea"/>
              <a:cs typeface="+mn-cs"/>
            </a:rPr>
            <a:t> (AI/ML)</a:t>
          </a:r>
        </a:p>
      </dsp:txBody>
      <dsp:txXfrm>
        <a:off x="4989614" y="3657816"/>
        <a:ext cx="3655025" cy="611440"/>
      </dsp:txXfrm>
    </dsp:sp>
    <dsp:sp modelId="{FA784780-5EF0-4D31-A070-41E70A01ACC7}">
      <dsp:nvSpPr>
        <dsp:cNvPr id="0" name=""/>
        <dsp:cNvSpPr/>
      </dsp:nvSpPr>
      <dsp:spPr>
        <a:xfrm>
          <a:off x="4956537" y="4387033"/>
          <a:ext cx="3721179" cy="677594"/>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rtl="0">
            <a:lnSpc>
              <a:spcPct val="90000"/>
            </a:lnSpc>
            <a:spcBef>
              <a:spcPct val="0"/>
            </a:spcBef>
            <a:spcAft>
              <a:spcPct val="35000"/>
            </a:spcAft>
            <a:buNone/>
          </a:pPr>
          <a:r>
            <a:rPr lang="en-US" sz="2400" b="1" kern="1200" dirty="0">
              <a:latin typeface="Times"/>
              <a:ea typeface="+mn-ea"/>
              <a:cs typeface="+mn-cs"/>
            </a:rPr>
            <a:t>Shaik Gouse (UI/UX)</a:t>
          </a:r>
        </a:p>
      </dsp:txBody>
      <dsp:txXfrm>
        <a:off x="4989614" y="4420110"/>
        <a:ext cx="3655025" cy="61144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7270C-F223-4EFC-87E0-8B3A9CC4A69E}">
      <dsp:nvSpPr>
        <dsp:cNvPr id="0" name=""/>
        <dsp:cNvSpPr/>
      </dsp:nvSpPr>
      <dsp:spPr>
        <a:xfrm>
          <a:off x="2094092" y="0"/>
          <a:ext cx="5724891" cy="5724891"/>
        </a:xfrm>
        <a:prstGeom prst="triangl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2A1E172-EE9F-426F-9A9F-7E302A9E4EE1}">
      <dsp:nvSpPr>
        <dsp:cNvPr id="0" name=""/>
        <dsp:cNvSpPr/>
      </dsp:nvSpPr>
      <dsp:spPr>
        <a:xfrm>
          <a:off x="4956537" y="575563"/>
          <a:ext cx="3721179" cy="135518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US" sz="3300" b="1" kern="1200">
              <a:latin typeface="Times"/>
              <a:ea typeface="Calibri"/>
              <a:cs typeface="Calibri"/>
            </a:rPr>
            <a:t>Omkar Mulkala (AI/ML)</a:t>
          </a:r>
        </a:p>
      </dsp:txBody>
      <dsp:txXfrm>
        <a:off x="5022692" y="641718"/>
        <a:ext cx="3588869" cy="1222879"/>
      </dsp:txXfrm>
    </dsp:sp>
    <dsp:sp modelId="{C35876B1-768F-437E-85AA-5DF803D7F890}">
      <dsp:nvSpPr>
        <dsp:cNvPr id="0" name=""/>
        <dsp:cNvSpPr/>
      </dsp:nvSpPr>
      <dsp:spPr>
        <a:xfrm>
          <a:off x="4956537" y="2100151"/>
          <a:ext cx="3721179" cy="135518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rtl="0">
            <a:lnSpc>
              <a:spcPct val="90000"/>
            </a:lnSpc>
            <a:spcBef>
              <a:spcPct val="0"/>
            </a:spcBef>
            <a:spcAft>
              <a:spcPct val="35000"/>
            </a:spcAft>
            <a:buNone/>
          </a:pPr>
          <a:r>
            <a:rPr lang="en-US" sz="3600" b="1" kern="1200">
              <a:latin typeface="Times"/>
              <a:ea typeface="+mn-ea"/>
              <a:cs typeface="+mn-cs"/>
            </a:rPr>
            <a:t>Shaik Jasmin (AI/ML)</a:t>
          </a:r>
        </a:p>
      </dsp:txBody>
      <dsp:txXfrm>
        <a:off x="5022692" y="2166306"/>
        <a:ext cx="3588869" cy="1222879"/>
      </dsp:txXfrm>
    </dsp:sp>
    <dsp:sp modelId="{F322D098-DC09-41B7-B256-4A1294DE7BB4}">
      <dsp:nvSpPr>
        <dsp:cNvPr id="0" name=""/>
        <dsp:cNvSpPr/>
      </dsp:nvSpPr>
      <dsp:spPr>
        <a:xfrm>
          <a:off x="4956537" y="3624739"/>
          <a:ext cx="3721179" cy="1355189"/>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rtl="0">
            <a:lnSpc>
              <a:spcPct val="90000"/>
            </a:lnSpc>
            <a:spcBef>
              <a:spcPct val="0"/>
            </a:spcBef>
            <a:spcAft>
              <a:spcPct val="35000"/>
            </a:spcAft>
            <a:buNone/>
          </a:pPr>
          <a:r>
            <a:rPr lang="en-US" sz="3600" b="1" kern="1200">
              <a:latin typeface="Times"/>
              <a:ea typeface="+mn-ea"/>
              <a:cs typeface="+mn-cs"/>
            </a:rPr>
            <a:t>Yash Chavan (AI/ML)</a:t>
          </a:r>
        </a:p>
      </dsp:txBody>
      <dsp:txXfrm>
        <a:off x="5022692" y="3690894"/>
        <a:ext cx="3588869" cy="122287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37270C-F223-4EFC-87E0-8B3A9CC4A69E}">
      <dsp:nvSpPr>
        <dsp:cNvPr id="0" name=""/>
        <dsp:cNvSpPr/>
      </dsp:nvSpPr>
      <dsp:spPr>
        <a:xfrm>
          <a:off x="2094092" y="0"/>
          <a:ext cx="5724891" cy="5724891"/>
        </a:xfrm>
        <a:prstGeom prst="triangl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12A1E172-EE9F-426F-9A9F-7E302A9E4EE1}">
      <dsp:nvSpPr>
        <dsp:cNvPr id="0" name=""/>
        <dsp:cNvSpPr/>
      </dsp:nvSpPr>
      <dsp:spPr>
        <a:xfrm>
          <a:off x="4956537" y="573048"/>
          <a:ext cx="3721179" cy="81400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US" sz="3300" b="0" kern="1200" dirty="0">
              <a:latin typeface="Times"/>
              <a:ea typeface="Calibri"/>
              <a:cs typeface="Calibri"/>
            </a:rPr>
            <a:t>Abhiram (Testing)</a:t>
          </a:r>
          <a:endParaRPr lang="en-US" sz="3300" b="0" kern="1200" dirty="0">
            <a:latin typeface="Times"/>
            <a:ea typeface="+mn-ea"/>
            <a:cs typeface="+mn-cs"/>
          </a:endParaRPr>
        </a:p>
      </dsp:txBody>
      <dsp:txXfrm>
        <a:off x="4996274" y="612785"/>
        <a:ext cx="3641705" cy="734533"/>
      </dsp:txXfrm>
    </dsp:sp>
    <dsp:sp modelId="{C35876B1-768F-437E-85AA-5DF803D7F890}">
      <dsp:nvSpPr>
        <dsp:cNvPr id="0" name=""/>
        <dsp:cNvSpPr/>
      </dsp:nvSpPr>
      <dsp:spPr>
        <a:xfrm>
          <a:off x="4956537" y="1488807"/>
          <a:ext cx="3721179" cy="81400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b="1" kern="1200" dirty="0">
              <a:latin typeface="Times"/>
              <a:ea typeface="+mn-ea"/>
              <a:cs typeface="+mn-cs"/>
            </a:rPr>
            <a:t>Devisri (UI/UX)</a:t>
          </a:r>
          <a:endParaRPr lang="en-US" sz="2300" kern="1200" dirty="0"/>
        </a:p>
      </dsp:txBody>
      <dsp:txXfrm>
        <a:off x="4996274" y="1528544"/>
        <a:ext cx="3641705" cy="734533"/>
      </dsp:txXfrm>
    </dsp:sp>
    <dsp:sp modelId="{F322D098-DC09-41B7-B256-4A1294DE7BB4}">
      <dsp:nvSpPr>
        <dsp:cNvPr id="0" name=""/>
        <dsp:cNvSpPr/>
      </dsp:nvSpPr>
      <dsp:spPr>
        <a:xfrm>
          <a:off x="4956537" y="2404566"/>
          <a:ext cx="3721179" cy="81400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1" kern="1200" dirty="0">
              <a:latin typeface="Times"/>
              <a:ea typeface="+mn-ea"/>
              <a:cs typeface="+mn-cs"/>
            </a:rPr>
            <a:t>Nagarani (Testing)</a:t>
          </a:r>
        </a:p>
      </dsp:txBody>
      <dsp:txXfrm>
        <a:off x="4996274" y="2444303"/>
        <a:ext cx="3641705" cy="734533"/>
      </dsp:txXfrm>
    </dsp:sp>
    <dsp:sp modelId="{1875B568-0D83-457C-B9D3-C9566A31D168}">
      <dsp:nvSpPr>
        <dsp:cNvPr id="0" name=""/>
        <dsp:cNvSpPr/>
      </dsp:nvSpPr>
      <dsp:spPr>
        <a:xfrm>
          <a:off x="4956537" y="3320324"/>
          <a:ext cx="3721179" cy="81400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1" kern="1200" dirty="0">
              <a:latin typeface="Times"/>
              <a:ea typeface="+mn-ea"/>
              <a:cs typeface="+mn-cs"/>
            </a:rPr>
            <a:t>Sravani (Testing &amp; AI/ML)</a:t>
          </a:r>
        </a:p>
      </dsp:txBody>
      <dsp:txXfrm>
        <a:off x="4996274" y="3360061"/>
        <a:ext cx="3641705" cy="734533"/>
      </dsp:txXfrm>
    </dsp:sp>
    <dsp:sp modelId="{FC23F305-6D55-4278-A9D2-A35CE80ED6F7}">
      <dsp:nvSpPr>
        <dsp:cNvPr id="0" name=""/>
        <dsp:cNvSpPr/>
      </dsp:nvSpPr>
      <dsp:spPr>
        <a:xfrm>
          <a:off x="4956537" y="4236083"/>
          <a:ext cx="3721179" cy="814007"/>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ctr" defTabSz="1022350" rtl="0">
            <a:lnSpc>
              <a:spcPct val="90000"/>
            </a:lnSpc>
            <a:spcBef>
              <a:spcPct val="0"/>
            </a:spcBef>
            <a:spcAft>
              <a:spcPct val="35000"/>
            </a:spcAft>
            <a:buNone/>
          </a:pPr>
          <a:r>
            <a:rPr lang="en-US" sz="2300" b="1" kern="1200" dirty="0">
              <a:latin typeface="Times"/>
              <a:ea typeface="+mn-ea"/>
              <a:cs typeface="+mn-cs"/>
            </a:rPr>
            <a:t>Madhavi (Testing)</a:t>
          </a:r>
        </a:p>
      </dsp:txBody>
      <dsp:txXfrm>
        <a:off x="4996274" y="4275820"/>
        <a:ext cx="3641705" cy="73453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6.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8.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2/7/2026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51820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2/7/2026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147685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2/7/2026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3923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2/7/2026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708833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2/7/2026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697719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2/7/2026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69925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2/7/2026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0057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2/7/2026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24715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2/7/2026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33674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2/7/2026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12336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2/7/2026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346410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2/7/2026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9701060"/>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89" r:id="rId9"/>
    <p:sldLayoutId id="2147483790" r:id="rId10"/>
    <p:sldLayoutId id="2147483799"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diagramData" Target="../diagrams/data2.xml"/><Relationship Id="rId5" Type="http://schemas.openxmlformats.org/officeDocument/2006/relationships/diagramLayout" Target="../diagrams/layout2.xml"/><Relationship Id="rId6" Type="http://schemas.openxmlformats.org/officeDocument/2006/relationships/diagramQuickStyle" Target="../diagrams/quickStyle2.xml"/><Relationship Id="rId7" Type="http://schemas.openxmlformats.org/officeDocument/2006/relationships/diagramColors" Target="../diagrams/colors2.xml"/><Relationship Id="rId8" Type="http://schemas.microsoft.com/office/2007/relationships/diagramDrawing" Target="../diagrams/drawing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diagramData" Target="../diagrams/data3.xml"/><Relationship Id="rId5" Type="http://schemas.openxmlformats.org/officeDocument/2006/relationships/diagramLayout" Target="../diagrams/layout3.xml"/><Relationship Id="rId6" Type="http://schemas.openxmlformats.org/officeDocument/2006/relationships/diagramQuickStyle" Target="../diagrams/quickStyle3.xml"/><Relationship Id="rId7" Type="http://schemas.openxmlformats.org/officeDocument/2006/relationships/diagramColors" Target="../diagrams/colors3.xml"/><Relationship Id="rId8" Type="http://schemas.microsoft.com/office/2007/relationships/diagramDrawing" Target="../diagrams/drawing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diagramData" Target="../diagrams/data4.xml"/><Relationship Id="rId5" Type="http://schemas.openxmlformats.org/officeDocument/2006/relationships/diagramLayout" Target="../diagrams/layout4.xml"/><Relationship Id="rId6" Type="http://schemas.openxmlformats.org/officeDocument/2006/relationships/diagramQuickStyle" Target="../diagrams/quickStyle4.xml"/><Relationship Id="rId7" Type="http://schemas.openxmlformats.org/officeDocument/2006/relationships/diagramColors" Target="../diagrams/colors4.xml"/><Relationship Id="rId8" Type="http://schemas.microsoft.com/office/2007/relationships/diagramDrawing" Target="../diagrams/drawing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diagramData" Target="../diagrams/data5.xml"/><Relationship Id="rId5" Type="http://schemas.openxmlformats.org/officeDocument/2006/relationships/diagramLayout" Target="../diagrams/layout5.xml"/><Relationship Id="rId6" Type="http://schemas.openxmlformats.org/officeDocument/2006/relationships/diagramQuickStyle" Target="../diagrams/quickStyle5.xml"/><Relationship Id="rId7" Type="http://schemas.openxmlformats.org/officeDocument/2006/relationships/diagramColors" Target="../diagrams/colors5.xml"/><Relationship Id="rId8" Type="http://schemas.microsoft.com/office/2007/relationships/diagramDrawing" Target="../diagrams/drawing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diagramData" Target="../diagrams/data6.xml"/><Relationship Id="rId5" Type="http://schemas.openxmlformats.org/officeDocument/2006/relationships/diagramLayout" Target="../diagrams/layout6.xml"/><Relationship Id="rId6" Type="http://schemas.openxmlformats.org/officeDocument/2006/relationships/diagramQuickStyle" Target="../diagrams/quickStyle6.xml"/><Relationship Id="rId7" Type="http://schemas.openxmlformats.org/officeDocument/2006/relationships/diagramColors" Target="../diagrams/colors6.xml"/><Relationship Id="rId8" Type="http://schemas.microsoft.com/office/2007/relationships/diagramDrawing" Target="../diagrams/drawing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diagramData" Target="../diagrams/data7.xml"/><Relationship Id="rId5" Type="http://schemas.openxmlformats.org/officeDocument/2006/relationships/diagramLayout" Target="../diagrams/layout7.xml"/><Relationship Id="rId6" Type="http://schemas.openxmlformats.org/officeDocument/2006/relationships/diagramQuickStyle" Target="../diagrams/quickStyle7.xml"/><Relationship Id="rId7" Type="http://schemas.openxmlformats.org/officeDocument/2006/relationships/diagramColors" Target="../diagrams/colors7.xml"/><Relationship Id="rId8" Type="http://schemas.microsoft.com/office/2007/relationships/diagramDrawing" Target="../diagrams/drawing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diagramData" Target="../diagrams/data8.xml"/><Relationship Id="rId5" Type="http://schemas.openxmlformats.org/officeDocument/2006/relationships/diagramLayout" Target="../diagrams/layout8.xml"/><Relationship Id="rId6" Type="http://schemas.openxmlformats.org/officeDocument/2006/relationships/diagramQuickStyle" Target="../diagrams/quickStyle8.xml"/><Relationship Id="rId7" Type="http://schemas.openxmlformats.org/officeDocument/2006/relationships/diagramColors" Target="../diagrams/colors8.xml"/><Relationship Id="rId8" Type="http://schemas.microsoft.com/office/2007/relationships/diagramDrawing" Target="../diagrams/drawing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87" name="Straight Connector 886">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888" name="Rectangle 88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83292E78-D7D4-085E-C90C-950CEFC6DED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3232" y="832104"/>
            <a:ext cx="3977640" cy="993781"/>
          </a:xfrm>
          <a:prstGeom prst="rect">
            <a:avLst/>
          </a:prstGeom>
        </p:spPr>
      </p:pic>
      <p:cxnSp>
        <p:nvCxnSpPr>
          <p:cNvPr id="889" name="Straight Connector 888">
            <a:extLst>
              <a:ext uri="{FF2B5EF4-FFF2-40B4-BE49-F238E27FC236}">
                <a16:creationId xmlns:a16="http://schemas.microsoft.com/office/drawing/2014/main" id="{3CB646F3-FFAB-11FA-9A88-F695FA818D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809" name="Diagram 808">
            <a:extLst>
              <a:ext uri="{FF2B5EF4-FFF2-40B4-BE49-F238E27FC236}">
                <a16:creationId xmlns:a16="http://schemas.microsoft.com/office/drawing/2014/main" id="{7C608C4F-4EFF-A767-91E0-2432308102CE}"/>
              </a:ext>
            </a:extLst>
          </p:cNvPr>
          <p:cNvGraphicFramePr/>
          <p:nvPr>
            <p:extLst>
              <p:ext uri="{D42A27DB-BD31-4B8C-83A1-F6EECF244321}">
                <p14:modId xmlns:p14="http://schemas.microsoft.com/office/powerpoint/2010/main" val="4282420114"/>
              </p:ext>
            </p:extLst>
          </p:nvPr>
        </p:nvGraphicFramePr>
        <p:xfrm>
          <a:off x="5431536" y="914399"/>
          <a:ext cx="6056039" cy="51641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87" name="Oval 786">
            <a:extLst>
              <a:ext uri="{FF2B5EF4-FFF2-40B4-BE49-F238E27FC236}">
                <a16:creationId xmlns:a16="http://schemas.microsoft.com/office/drawing/2014/main" id="{57D36C59-C91B-F759-CDF9-8595911B2BE1}"/>
              </a:ext>
            </a:extLst>
          </p:cNvPr>
          <p:cNvSpPr/>
          <p:nvPr/>
        </p:nvSpPr>
        <p:spPr>
          <a:xfrm>
            <a:off x="671421" y="2685977"/>
            <a:ext cx="3580537" cy="1615440"/>
          </a:xfrm>
          <a:prstGeom prst="ellipse">
            <a:avLst/>
          </a:prstGeom>
          <a:solidFill>
            <a:schemeClr val="tx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latin typeface="Aptos"/>
              </a:rPr>
              <a:t>Organization Structure</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A7AB67-944B-EDAC-849B-BB29518A7CF2}"/>
            </a:ext>
          </a:extLst>
        </p:cNvPr>
        <p:cNvGrpSpPr/>
        <p:nvPr/>
      </p:nvGrpSpPr>
      <p:grpSpPr>
        <a:xfrm>
          <a:off x="0" y="0"/>
          <a:ext cx="0" cy="0"/>
          <a:chOff x="0" y="0"/>
          <a:chExt cx="0" cy="0"/>
        </a:xfrm>
      </p:grpSpPr>
      <p:cxnSp>
        <p:nvCxnSpPr>
          <p:cNvPr id="887" name="Straight Connector 886">
            <a:extLst>
              <a:ext uri="{FF2B5EF4-FFF2-40B4-BE49-F238E27FC236}">
                <a16:creationId xmlns:a16="http://schemas.microsoft.com/office/drawing/2014/main" id="{2EDAD5DA-50FB-24A8-AB77-560B3F35E4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888" name="Rectangle 887">
            <a:extLst>
              <a:ext uri="{FF2B5EF4-FFF2-40B4-BE49-F238E27FC236}">
                <a16:creationId xmlns:a16="http://schemas.microsoft.com/office/drawing/2014/main" id="{17B3F499-A8CD-A11A-B6F8-FCA6E353AB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C5E549E0-FF1B-037B-B819-335DA60436C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3232" y="537464"/>
            <a:ext cx="3977640" cy="1024261"/>
          </a:xfrm>
          <a:prstGeom prst="rect">
            <a:avLst/>
          </a:prstGeom>
        </p:spPr>
      </p:pic>
      <p:cxnSp>
        <p:nvCxnSpPr>
          <p:cNvPr id="889" name="Straight Connector 888">
            <a:extLst>
              <a:ext uri="{FF2B5EF4-FFF2-40B4-BE49-F238E27FC236}">
                <a16:creationId xmlns:a16="http://schemas.microsoft.com/office/drawing/2014/main" id="{C82C2889-4D03-CA51-028D-73561D2C0E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809" name="Diagram 808">
            <a:extLst>
              <a:ext uri="{FF2B5EF4-FFF2-40B4-BE49-F238E27FC236}">
                <a16:creationId xmlns:a16="http://schemas.microsoft.com/office/drawing/2014/main" id="{76897F2A-83D8-5F94-784A-B7329BDC7861}"/>
              </a:ext>
            </a:extLst>
          </p:cNvPr>
          <p:cNvGraphicFramePr/>
          <p:nvPr>
            <p:extLst>
              <p:ext uri="{D42A27DB-BD31-4B8C-83A1-F6EECF244321}">
                <p14:modId xmlns:p14="http://schemas.microsoft.com/office/powerpoint/2010/main" val="1058472020"/>
              </p:ext>
            </p:extLst>
          </p:nvPr>
        </p:nvGraphicFramePr>
        <p:xfrm>
          <a:off x="1207852" y="2154110"/>
          <a:ext cx="10196717" cy="381270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860857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CF6BFE-D22C-C8ED-824E-801126170C63}"/>
            </a:ext>
          </a:extLst>
        </p:cNvPr>
        <p:cNvGrpSpPr/>
        <p:nvPr/>
      </p:nvGrpSpPr>
      <p:grpSpPr>
        <a:xfrm>
          <a:off x="0" y="0"/>
          <a:ext cx="0" cy="0"/>
          <a:chOff x="0" y="0"/>
          <a:chExt cx="0" cy="0"/>
        </a:xfrm>
      </p:grpSpPr>
      <p:cxnSp>
        <p:nvCxnSpPr>
          <p:cNvPr id="887" name="Straight Connector 886">
            <a:extLst>
              <a:ext uri="{FF2B5EF4-FFF2-40B4-BE49-F238E27FC236}">
                <a16:creationId xmlns:a16="http://schemas.microsoft.com/office/drawing/2014/main" id="{F31A0BFA-2D86-6515-604C-0F8634FA45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888" name="Rectangle 887">
            <a:extLst>
              <a:ext uri="{FF2B5EF4-FFF2-40B4-BE49-F238E27FC236}">
                <a16:creationId xmlns:a16="http://schemas.microsoft.com/office/drawing/2014/main" id="{FB0A6AF7-C53F-5B48-EC77-FF49D768E6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175B4B2-BB89-0394-CE71-666623CBAE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3232" y="357651"/>
            <a:ext cx="3977640" cy="993781"/>
          </a:xfrm>
          <a:prstGeom prst="rect">
            <a:avLst/>
          </a:prstGeom>
        </p:spPr>
      </p:pic>
      <p:cxnSp>
        <p:nvCxnSpPr>
          <p:cNvPr id="889" name="Straight Connector 888">
            <a:extLst>
              <a:ext uri="{FF2B5EF4-FFF2-40B4-BE49-F238E27FC236}">
                <a16:creationId xmlns:a16="http://schemas.microsoft.com/office/drawing/2014/main" id="{932B6BA9-F4F3-8EA4-1519-8164B04FCC4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809" name="Diagram 808">
            <a:extLst>
              <a:ext uri="{FF2B5EF4-FFF2-40B4-BE49-F238E27FC236}">
                <a16:creationId xmlns:a16="http://schemas.microsoft.com/office/drawing/2014/main" id="{A5441041-5B4E-AA45-F7BB-DBF48AD4C91F}"/>
              </a:ext>
            </a:extLst>
          </p:cNvPr>
          <p:cNvGraphicFramePr/>
          <p:nvPr>
            <p:extLst>
              <p:ext uri="{D42A27DB-BD31-4B8C-83A1-F6EECF244321}">
                <p14:modId xmlns:p14="http://schemas.microsoft.com/office/powerpoint/2010/main" val="1977234954"/>
              </p:ext>
            </p:extLst>
          </p:nvPr>
        </p:nvGraphicFramePr>
        <p:xfrm>
          <a:off x="468191" y="1583999"/>
          <a:ext cx="11292200" cy="4405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247" name="Rectangle: Rounded Corners 4246">
            <a:extLst>
              <a:ext uri="{FF2B5EF4-FFF2-40B4-BE49-F238E27FC236}">
                <a16:creationId xmlns:a16="http://schemas.microsoft.com/office/drawing/2014/main" id="{5C07670C-809C-4CC2-2ACE-5BABB9EFAA69}"/>
              </a:ext>
            </a:extLst>
          </p:cNvPr>
          <p:cNvSpPr/>
          <p:nvPr/>
        </p:nvSpPr>
        <p:spPr>
          <a:xfrm>
            <a:off x="667844" y="2760446"/>
            <a:ext cx="3049605" cy="1038620"/>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dirty="0"/>
              <a:t>Employees Forecast</a:t>
            </a:r>
          </a:p>
        </p:txBody>
      </p:sp>
    </p:spTree>
    <p:extLst>
      <p:ext uri="{BB962C8B-B14F-4D97-AF65-F5344CB8AC3E}">
        <p14:creationId xmlns:p14="http://schemas.microsoft.com/office/powerpoint/2010/main" val="2826901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4E65EC-C0E4-DAC0-E0CA-EA8402CE155E}"/>
            </a:ext>
          </a:extLst>
        </p:cNvPr>
        <p:cNvGrpSpPr/>
        <p:nvPr/>
      </p:nvGrpSpPr>
      <p:grpSpPr>
        <a:xfrm>
          <a:off x="0" y="0"/>
          <a:ext cx="0" cy="0"/>
          <a:chOff x="0" y="0"/>
          <a:chExt cx="0" cy="0"/>
        </a:xfrm>
      </p:grpSpPr>
      <p:cxnSp>
        <p:nvCxnSpPr>
          <p:cNvPr id="887" name="Straight Connector 886">
            <a:extLst>
              <a:ext uri="{FF2B5EF4-FFF2-40B4-BE49-F238E27FC236}">
                <a16:creationId xmlns:a16="http://schemas.microsoft.com/office/drawing/2014/main" id="{BF78BB08-FFF8-661D-F109-D23ACD9A06E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888" name="Rectangle 887">
            <a:extLst>
              <a:ext uri="{FF2B5EF4-FFF2-40B4-BE49-F238E27FC236}">
                <a16:creationId xmlns:a16="http://schemas.microsoft.com/office/drawing/2014/main" id="{2B7E3433-85A9-69CC-7A6F-AC690F1FF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CB41A603-2B54-0E8B-6ACD-7CB3E3A7F1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3232" y="357651"/>
            <a:ext cx="3977640" cy="993781"/>
          </a:xfrm>
          <a:prstGeom prst="rect">
            <a:avLst/>
          </a:prstGeom>
        </p:spPr>
      </p:pic>
      <p:cxnSp>
        <p:nvCxnSpPr>
          <p:cNvPr id="889" name="Straight Connector 888">
            <a:extLst>
              <a:ext uri="{FF2B5EF4-FFF2-40B4-BE49-F238E27FC236}">
                <a16:creationId xmlns:a16="http://schemas.microsoft.com/office/drawing/2014/main" id="{05725C74-10DB-51BA-8227-60AEAC09A2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809" name="Diagram 808">
            <a:extLst>
              <a:ext uri="{FF2B5EF4-FFF2-40B4-BE49-F238E27FC236}">
                <a16:creationId xmlns:a16="http://schemas.microsoft.com/office/drawing/2014/main" id="{EF5083AD-BCB8-C09E-905B-B65E494CA934}"/>
              </a:ext>
            </a:extLst>
          </p:cNvPr>
          <p:cNvGraphicFramePr/>
          <p:nvPr/>
        </p:nvGraphicFramePr>
        <p:xfrm>
          <a:off x="672631" y="626853"/>
          <a:ext cx="10771809" cy="57248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247" name="Rectangle: Rounded Corners 4246">
            <a:extLst>
              <a:ext uri="{FF2B5EF4-FFF2-40B4-BE49-F238E27FC236}">
                <a16:creationId xmlns:a16="http://schemas.microsoft.com/office/drawing/2014/main" id="{EBAFF9E2-2E51-B388-7859-9599FE99A05D}"/>
              </a:ext>
            </a:extLst>
          </p:cNvPr>
          <p:cNvSpPr/>
          <p:nvPr/>
        </p:nvSpPr>
        <p:spPr>
          <a:xfrm>
            <a:off x="571951" y="2608467"/>
            <a:ext cx="3335971" cy="1378127"/>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Rich Client </a:t>
            </a:r>
          </a:p>
          <a:p>
            <a:pPr algn="ctr"/>
            <a:r>
              <a:rPr lang="en-US" b="1" dirty="0"/>
              <a:t>    01 Member – USD 35/</a:t>
            </a:r>
            <a:r>
              <a:rPr lang="en-US" b="1" dirty="0" err="1"/>
              <a:t>Hr</a:t>
            </a:r>
            <a:r>
              <a:rPr lang="en-US" b="1" dirty="0"/>
              <a:t>      </a:t>
            </a:r>
          </a:p>
          <a:p>
            <a:pPr algn="ctr"/>
            <a:r>
              <a:rPr lang="en-US" b="1" dirty="0"/>
              <a:t>02 Members - USD 60/</a:t>
            </a:r>
            <a:r>
              <a:rPr lang="en-US" b="1" dirty="0" err="1"/>
              <a:t>Hr</a:t>
            </a:r>
            <a:endParaRPr lang="en-US" b="1"/>
          </a:p>
        </p:txBody>
      </p:sp>
    </p:spTree>
    <p:extLst>
      <p:ext uri="{BB962C8B-B14F-4D97-AF65-F5344CB8AC3E}">
        <p14:creationId xmlns:p14="http://schemas.microsoft.com/office/powerpoint/2010/main" val="178958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9BAC95-3E8A-BF1C-8220-A57966AACDDE}"/>
            </a:ext>
          </a:extLst>
        </p:cNvPr>
        <p:cNvGrpSpPr/>
        <p:nvPr/>
      </p:nvGrpSpPr>
      <p:grpSpPr>
        <a:xfrm>
          <a:off x="0" y="0"/>
          <a:ext cx="0" cy="0"/>
          <a:chOff x="0" y="0"/>
          <a:chExt cx="0" cy="0"/>
        </a:xfrm>
      </p:grpSpPr>
      <p:cxnSp>
        <p:nvCxnSpPr>
          <p:cNvPr id="887" name="Straight Connector 886">
            <a:extLst>
              <a:ext uri="{FF2B5EF4-FFF2-40B4-BE49-F238E27FC236}">
                <a16:creationId xmlns:a16="http://schemas.microsoft.com/office/drawing/2014/main" id="{69B9F54E-5F35-2A3C-464B-CC053D54E6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888" name="Rectangle 887">
            <a:extLst>
              <a:ext uri="{FF2B5EF4-FFF2-40B4-BE49-F238E27FC236}">
                <a16:creationId xmlns:a16="http://schemas.microsoft.com/office/drawing/2014/main" id="{2020369B-6990-0B7D-F810-9D5C81F3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D9E5D3DE-4623-5F07-2AA4-291AB88D6E6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3232" y="357651"/>
            <a:ext cx="3977640" cy="993781"/>
          </a:xfrm>
          <a:prstGeom prst="rect">
            <a:avLst/>
          </a:prstGeom>
        </p:spPr>
      </p:pic>
      <p:cxnSp>
        <p:nvCxnSpPr>
          <p:cNvPr id="889" name="Straight Connector 888">
            <a:extLst>
              <a:ext uri="{FF2B5EF4-FFF2-40B4-BE49-F238E27FC236}">
                <a16:creationId xmlns:a16="http://schemas.microsoft.com/office/drawing/2014/main" id="{40E61E4B-9FC1-5A96-B7CF-2A2C2DA7F6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809" name="Diagram 808">
            <a:extLst>
              <a:ext uri="{FF2B5EF4-FFF2-40B4-BE49-F238E27FC236}">
                <a16:creationId xmlns:a16="http://schemas.microsoft.com/office/drawing/2014/main" id="{5934F19B-1B4A-2C87-7FA3-D3E49165E099}"/>
              </a:ext>
            </a:extLst>
          </p:cNvPr>
          <p:cNvGraphicFramePr/>
          <p:nvPr>
            <p:extLst>
              <p:ext uri="{D42A27DB-BD31-4B8C-83A1-F6EECF244321}">
                <p14:modId xmlns:p14="http://schemas.microsoft.com/office/powerpoint/2010/main" val="4262522718"/>
              </p:ext>
            </p:extLst>
          </p:nvPr>
        </p:nvGraphicFramePr>
        <p:xfrm>
          <a:off x="746972" y="496755"/>
          <a:ext cx="10771809" cy="57248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247" name="Rectangle: Rounded Corners 4246">
            <a:extLst>
              <a:ext uri="{FF2B5EF4-FFF2-40B4-BE49-F238E27FC236}">
                <a16:creationId xmlns:a16="http://schemas.microsoft.com/office/drawing/2014/main" id="{E47645EF-3550-7890-CEB8-3208B445EED0}"/>
              </a:ext>
            </a:extLst>
          </p:cNvPr>
          <p:cNvSpPr/>
          <p:nvPr/>
        </p:nvSpPr>
        <p:spPr>
          <a:xfrm>
            <a:off x="663533" y="2608467"/>
            <a:ext cx="2980348" cy="1148203"/>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ILG CLIENT</a:t>
            </a:r>
          </a:p>
          <a:p>
            <a:pPr algn="ctr"/>
            <a:r>
              <a:rPr lang="en-US" b="1" dirty="0"/>
              <a:t>35$ per Member.</a:t>
            </a:r>
          </a:p>
          <a:p>
            <a:pPr algn="ctr"/>
            <a:r>
              <a:rPr lang="en-US" b="1" dirty="0"/>
              <a:t> One month.</a:t>
            </a:r>
            <a:endParaRPr lang="en-US" b="1"/>
          </a:p>
        </p:txBody>
      </p:sp>
    </p:spTree>
    <p:extLst>
      <p:ext uri="{BB962C8B-B14F-4D97-AF65-F5344CB8AC3E}">
        <p14:creationId xmlns:p14="http://schemas.microsoft.com/office/powerpoint/2010/main" val="2456552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C7F2B4-4193-8533-1F2A-4A68CB0B46DD}"/>
            </a:ext>
          </a:extLst>
        </p:cNvPr>
        <p:cNvGrpSpPr/>
        <p:nvPr/>
      </p:nvGrpSpPr>
      <p:grpSpPr>
        <a:xfrm>
          <a:off x="0" y="0"/>
          <a:ext cx="0" cy="0"/>
          <a:chOff x="0" y="0"/>
          <a:chExt cx="0" cy="0"/>
        </a:xfrm>
      </p:grpSpPr>
      <p:cxnSp>
        <p:nvCxnSpPr>
          <p:cNvPr id="887" name="Straight Connector 886">
            <a:extLst>
              <a:ext uri="{FF2B5EF4-FFF2-40B4-BE49-F238E27FC236}">
                <a16:creationId xmlns:a16="http://schemas.microsoft.com/office/drawing/2014/main" id="{738BEA3D-8743-9553-466B-248AA859E6B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888" name="Rectangle 887">
            <a:extLst>
              <a:ext uri="{FF2B5EF4-FFF2-40B4-BE49-F238E27FC236}">
                <a16:creationId xmlns:a16="http://schemas.microsoft.com/office/drawing/2014/main" id="{917441F8-9BB3-E6B8-22B7-F2F979968D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C87730A1-D724-99FB-F978-DC8E0436F84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3232" y="357651"/>
            <a:ext cx="3977640" cy="993781"/>
          </a:xfrm>
          <a:prstGeom prst="rect">
            <a:avLst/>
          </a:prstGeom>
        </p:spPr>
      </p:pic>
      <p:cxnSp>
        <p:nvCxnSpPr>
          <p:cNvPr id="889" name="Straight Connector 888">
            <a:extLst>
              <a:ext uri="{FF2B5EF4-FFF2-40B4-BE49-F238E27FC236}">
                <a16:creationId xmlns:a16="http://schemas.microsoft.com/office/drawing/2014/main" id="{3E3983D7-D3E7-7501-0435-5C8A02857D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809" name="Diagram 808">
            <a:extLst>
              <a:ext uri="{FF2B5EF4-FFF2-40B4-BE49-F238E27FC236}">
                <a16:creationId xmlns:a16="http://schemas.microsoft.com/office/drawing/2014/main" id="{D2B7D163-D497-9755-ADA5-331DC23FF737}"/>
              </a:ext>
            </a:extLst>
          </p:cNvPr>
          <p:cNvGraphicFramePr/>
          <p:nvPr>
            <p:extLst>
              <p:ext uri="{D42A27DB-BD31-4B8C-83A1-F6EECF244321}">
                <p14:modId xmlns:p14="http://schemas.microsoft.com/office/powerpoint/2010/main" val="1746051992"/>
              </p:ext>
            </p:extLst>
          </p:nvPr>
        </p:nvGraphicFramePr>
        <p:xfrm>
          <a:off x="1122149" y="357613"/>
          <a:ext cx="10771809" cy="57248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247" name="Rectangle: Rounded Corners 4246">
            <a:extLst>
              <a:ext uri="{FF2B5EF4-FFF2-40B4-BE49-F238E27FC236}">
                <a16:creationId xmlns:a16="http://schemas.microsoft.com/office/drawing/2014/main" id="{17BC72F1-6BC7-78BE-CB07-5677473A9255}"/>
              </a:ext>
            </a:extLst>
          </p:cNvPr>
          <p:cNvSpPr/>
          <p:nvPr/>
        </p:nvSpPr>
        <p:spPr>
          <a:xfrm>
            <a:off x="675303" y="2608467"/>
            <a:ext cx="3579291" cy="828903"/>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err="1"/>
              <a:t>Natwest</a:t>
            </a:r>
          </a:p>
          <a:p>
            <a:pPr algn="ctr"/>
            <a:r>
              <a:rPr lang="en-US" b="1" dirty="0"/>
              <a:t>(30000 $ for One Month)</a:t>
            </a:r>
          </a:p>
        </p:txBody>
      </p:sp>
    </p:spTree>
    <p:extLst>
      <p:ext uri="{BB962C8B-B14F-4D97-AF65-F5344CB8AC3E}">
        <p14:creationId xmlns:p14="http://schemas.microsoft.com/office/powerpoint/2010/main" val="500396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F5CA0B-BA97-893D-06FF-DF1E1907F195}"/>
            </a:ext>
          </a:extLst>
        </p:cNvPr>
        <p:cNvGrpSpPr/>
        <p:nvPr/>
      </p:nvGrpSpPr>
      <p:grpSpPr>
        <a:xfrm>
          <a:off x="0" y="0"/>
          <a:ext cx="0" cy="0"/>
          <a:chOff x="0" y="0"/>
          <a:chExt cx="0" cy="0"/>
        </a:xfrm>
      </p:grpSpPr>
      <p:cxnSp>
        <p:nvCxnSpPr>
          <p:cNvPr id="887" name="Straight Connector 886">
            <a:extLst>
              <a:ext uri="{FF2B5EF4-FFF2-40B4-BE49-F238E27FC236}">
                <a16:creationId xmlns:a16="http://schemas.microsoft.com/office/drawing/2014/main" id="{27144D79-8BC7-2870-189A-508FC7A42C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888" name="Rectangle 887">
            <a:extLst>
              <a:ext uri="{FF2B5EF4-FFF2-40B4-BE49-F238E27FC236}">
                <a16:creationId xmlns:a16="http://schemas.microsoft.com/office/drawing/2014/main" id="{57F4DC3B-CA69-F1FA-CB95-5CC127F63B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E5A7922F-8663-2D15-16B3-4376151C80A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3232" y="357651"/>
            <a:ext cx="3977640" cy="993781"/>
          </a:xfrm>
          <a:prstGeom prst="rect">
            <a:avLst/>
          </a:prstGeom>
        </p:spPr>
      </p:pic>
      <p:cxnSp>
        <p:nvCxnSpPr>
          <p:cNvPr id="889" name="Straight Connector 888">
            <a:extLst>
              <a:ext uri="{FF2B5EF4-FFF2-40B4-BE49-F238E27FC236}">
                <a16:creationId xmlns:a16="http://schemas.microsoft.com/office/drawing/2014/main" id="{3785090A-541D-8AEA-4B9C-9112741B9A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809" name="Diagram 808">
            <a:extLst>
              <a:ext uri="{FF2B5EF4-FFF2-40B4-BE49-F238E27FC236}">
                <a16:creationId xmlns:a16="http://schemas.microsoft.com/office/drawing/2014/main" id="{C0B1C8F9-245A-8CC3-7CC7-B19B7C810D98}"/>
              </a:ext>
            </a:extLst>
          </p:cNvPr>
          <p:cNvGraphicFramePr/>
          <p:nvPr/>
        </p:nvGraphicFramePr>
        <p:xfrm>
          <a:off x="1081509" y="245853"/>
          <a:ext cx="10771809" cy="57248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247" name="Rectangle: Rounded Corners 4246">
            <a:extLst>
              <a:ext uri="{FF2B5EF4-FFF2-40B4-BE49-F238E27FC236}">
                <a16:creationId xmlns:a16="http://schemas.microsoft.com/office/drawing/2014/main" id="{B977EA1A-12A6-B1DF-1C99-F07B41808320}"/>
              </a:ext>
            </a:extLst>
          </p:cNvPr>
          <p:cNvSpPr/>
          <p:nvPr/>
        </p:nvSpPr>
        <p:spPr>
          <a:xfrm>
            <a:off x="1081703" y="2608467"/>
            <a:ext cx="3010331" cy="808583"/>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Prowess Client 35$</a:t>
            </a:r>
          </a:p>
        </p:txBody>
      </p:sp>
    </p:spTree>
    <p:extLst>
      <p:ext uri="{BB962C8B-B14F-4D97-AF65-F5344CB8AC3E}">
        <p14:creationId xmlns:p14="http://schemas.microsoft.com/office/powerpoint/2010/main" val="3294985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587DD36-4B10-DDD5-4B42-1DDE4B6E5AB4}"/>
            </a:ext>
          </a:extLst>
        </p:cNvPr>
        <p:cNvGrpSpPr/>
        <p:nvPr/>
      </p:nvGrpSpPr>
      <p:grpSpPr>
        <a:xfrm>
          <a:off x="0" y="0"/>
          <a:ext cx="0" cy="0"/>
          <a:chOff x="0" y="0"/>
          <a:chExt cx="0" cy="0"/>
        </a:xfrm>
      </p:grpSpPr>
      <p:cxnSp>
        <p:nvCxnSpPr>
          <p:cNvPr id="887" name="Straight Connector 886">
            <a:extLst>
              <a:ext uri="{FF2B5EF4-FFF2-40B4-BE49-F238E27FC236}">
                <a16:creationId xmlns:a16="http://schemas.microsoft.com/office/drawing/2014/main" id="{DBFB8488-8135-44F5-7654-58D861AC102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888" name="Rectangle 887">
            <a:extLst>
              <a:ext uri="{FF2B5EF4-FFF2-40B4-BE49-F238E27FC236}">
                <a16:creationId xmlns:a16="http://schemas.microsoft.com/office/drawing/2014/main" id="{EA7F3D00-02C3-3D7F-4374-A937809F4F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DF8722AB-334A-E3F7-A4D6-7E3EA5E2A1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3232" y="357651"/>
            <a:ext cx="3977640" cy="993781"/>
          </a:xfrm>
          <a:prstGeom prst="rect">
            <a:avLst/>
          </a:prstGeom>
        </p:spPr>
      </p:pic>
      <p:cxnSp>
        <p:nvCxnSpPr>
          <p:cNvPr id="889" name="Straight Connector 888">
            <a:extLst>
              <a:ext uri="{FF2B5EF4-FFF2-40B4-BE49-F238E27FC236}">
                <a16:creationId xmlns:a16="http://schemas.microsoft.com/office/drawing/2014/main" id="{BE719E53-4288-9A15-1550-B6E5C0570C1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809" name="Diagram 808">
            <a:extLst>
              <a:ext uri="{FF2B5EF4-FFF2-40B4-BE49-F238E27FC236}">
                <a16:creationId xmlns:a16="http://schemas.microsoft.com/office/drawing/2014/main" id="{96A3D621-915C-9973-BA37-122DC50A84A6}"/>
              </a:ext>
            </a:extLst>
          </p:cNvPr>
          <p:cNvGraphicFramePr/>
          <p:nvPr/>
        </p:nvGraphicFramePr>
        <p:xfrm>
          <a:off x="1081509" y="245853"/>
          <a:ext cx="10771809" cy="57248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247" name="Rectangle: Rounded Corners 4246">
            <a:extLst>
              <a:ext uri="{FF2B5EF4-FFF2-40B4-BE49-F238E27FC236}">
                <a16:creationId xmlns:a16="http://schemas.microsoft.com/office/drawing/2014/main" id="{80B227F2-E2C7-F9D0-B1A1-17097A79DFA6}"/>
              </a:ext>
            </a:extLst>
          </p:cNvPr>
          <p:cNvSpPr/>
          <p:nvPr/>
        </p:nvSpPr>
        <p:spPr>
          <a:xfrm>
            <a:off x="1081703" y="2608467"/>
            <a:ext cx="3168482" cy="808583"/>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t>Amaravati Employees</a:t>
            </a:r>
          </a:p>
        </p:txBody>
      </p:sp>
    </p:spTree>
    <p:extLst>
      <p:ext uri="{BB962C8B-B14F-4D97-AF65-F5344CB8AC3E}">
        <p14:creationId xmlns:p14="http://schemas.microsoft.com/office/powerpoint/2010/main" val="39755407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2B54B4-9B71-FE01-4BD8-D6B35831D86F}"/>
            </a:ext>
          </a:extLst>
        </p:cNvPr>
        <p:cNvGrpSpPr/>
        <p:nvPr/>
      </p:nvGrpSpPr>
      <p:grpSpPr>
        <a:xfrm>
          <a:off x="0" y="0"/>
          <a:ext cx="0" cy="0"/>
          <a:chOff x="0" y="0"/>
          <a:chExt cx="0" cy="0"/>
        </a:xfrm>
      </p:grpSpPr>
      <p:cxnSp>
        <p:nvCxnSpPr>
          <p:cNvPr id="887" name="Straight Connector 886">
            <a:extLst>
              <a:ext uri="{FF2B5EF4-FFF2-40B4-BE49-F238E27FC236}">
                <a16:creationId xmlns:a16="http://schemas.microsoft.com/office/drawing/2014/main" id="{E52747EB-2D1A-4CEE-0BA8-613A951E95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888" name="Rectangle 887">
            <a:extLst>
              <a:ext uri="{FF2B5EF4-FFF2-40B4-BE49-F238E27FC236}">
                <a16:creationId xmlns:a16="http://schemas.microsoft.com/office/drawing/2014/main" id="{B8EC7D0B-D94D-AAC3-8CFD-555F979D41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84EDE56E-6F38-EB65-5470-6E37E13FB0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13232" y="357651"/>
            <a:ext cx="3977640" cy="993781"/>
          </a:xfrm>
          <a:prstGeom prst="rect">
            <a:avLst/>
          </a:prstGeom>
        </p:spPr>
      </p:pic>
      <p:cxnSp>
        <p:nvCxnSpPr>
          <p:cNvPr id="889" name="Straight Connector 888">
            <a:extLst>
              <a:ext uri="{FF2B5EF4-FFF2-40B4-BE49-F238E27FC236}">
                <a16:creationId xmlns:a16="http://schemas.microsoft.com/office/drawing/2014/main" id="{CB89850F-0E94-4E0B-842A-F41D4617728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247" name="Rectangle: Rounded Corners 4246">
            <a:extLst>
              <a:ext uri="{FF2B5EF4-FFF2-40B4-BE49-F238E27FC236}">
                <a16:creationId xmlns:a16="http://schemas.microsoft.com/office/drawing/2014/main" id="{34000C69-375A-EEA8-BE8C-5E03BF02A536}"/>
              </a:ext>
            </a:extLst>
          </p:cNvPr>
          <p:cNvSpPr/>
          <p:nvPr/>
        </p:nvSpPr>
        <p:spPr>
          <a:xfrm>
            <a:off x="3052743" y="2496707"/>
            <a:ext cx="5643880" cy="1635760"/>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3200" b="1" dirty="0"/>
              <a:t>Thank you</a:t>
            </a:r>
          </a:p>
        </p:txBody>
      </p:sp>
    </p:spTree>
    <p:extLst>
      <p:ext uri="{BB962C8B-B14F-4D97-AF65-F5344CB8AC3E}">
        <p14:creationId xmlns:p14="http://schemas.microsoft.com/office/powerpoint/2010/main" val="1249924799"/>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Standard Operating Procedures</a:t>
            </a:r>
          </a:p>
        </p:txBody>
      </p:sp>
      <p:sp>
        <p:nvSpPr>
          <p:cNvPr id="3" name="Subtitle 2"/>
          <p:cNvSpPr>
            <a:spLocks noGrp="1"/>
          </p:cNvSpPr>
          <p:nvPr>
            <p:ph type="subTitle" idx="1"/>
          </p:nvPr>
        </p:nvSpPr>
        <p:spPr/>
        <p:txBody>
          <a:bodyPr/>
          <a:lstStyle/>
          <a:p>
            <a:r>
              <a:t>Comprehensive HR SOPs - 2026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To define a consistent, efficient, and employee-centric onboarding process that ensures smooth integration of new hires into Parabola 9 Private Limited, enabling them to become productive and aligned with company objectives from day one.</a:t>
            </a:r>
          </a:p>
        </p:txBody>
      </p:sp>
      <p:sp>
        <p:nvSpPr>
          <p:cNvPr id="3" name="Content Placeholder 2"/>
          <p:cNvSpPr>
            <a:spLocks noGrp="1"/>
          </p:cNvSpPr>
          <p:nvPr>
            <p:ph idx="1"/>
          </p:nvPr>
        </p:nvSpPr>
        <p:spPr/>
        <p:txBody>
          <a:bodyPr/>
          <a:lstStyle/>
          <a:p/>
          <a:p>
            <a:pPr>
              <a:defRPr sz="1400">
                <a:latin typeface="Aptos"/>
              </a:defRPr>
            </a:pPr>
            <a:r>
              <a:t>1. Purpose</a:t>
            </a:r>
          </a:p>
          <a:p>
            <a:pPr>
              <a:defRPr sz="1400">
                <a:latin typeface="Aptos"/>
              </a:defRPr>
            </a:pPr>
            <a:r>
              <a:t>2. Scope</a:t>
            </a:r>
          </a:p>
          <a:p>
            <a:pPr>
              <a:defRPr sz="1400">
                <a:latin typeface="Aptos"/>
              </a:defRPr>
            </a:pPr>
            <a:r>
              <a:t>  • This procedure applies to all permanent, contractual, and internship hires across all departments...</a:t>
            </a:r>
          </a:p>
          <a:p>
            <a:pPr>
              <a:defRPr sz="1400">
                <a:latin typeface="Aptos"/>
              </a:defRPr>
            </a:pPr>
            <a:r>
              <a:t>  • 3.1 Template: A standardized format or layout used to maintain consistency in preparing documents...</a:t>
            </a:r>
          </a:p>
          <a:p>
            <a:pPr>
              <a:defRPr sz="1400">
                <a:latin typeface="Aptos"/>
              </a:defRPr>
            </a:pPr>
            <a:r>
              <a:t>  • 3.2 SOP (Standard Operating Procedure): A documented set of instructions that outlines the steps ...</a:t>
            </a:r>
          </a:p>
          <a:p>
            <a:pPr>
              <a:defRPr sz="1400">
                <a:latin typeface="Aptos"/>
              </a:defRPr>
            </a:pPr>
            <a:r>
              <a:t>4. OBJECTIVES</a:t>
            </a:r>
          </a:p>
          <a:p>
            <a:pPr>
              <a:defRPr sz="1400">
                <a:latin typeface="Aptos"/>
              </a:defRPr>
            </a:pPr>
            <a:r>
              <a:t>  • Standardize the onboarding experience across all functions (departments, teams, locations, or bus...</a:t>
            </a:r>
          </a:p>
          <a:p>
            <a:pPr>
              <a:defRPr sz="1400">
                <a:latin typeface="Aptos"/>
              </a:defRPr>
            </a:pPr>
            <a:r>
              <a:t>  • Reduce new hire drop-offs and improve engagement.</a:t>
            </a:r>
          </a:p>
          <a:p>
            <a:pPr>
              <a:defRPr sz="1400">
                <a:latin typeface="Aptos"/>
              </a:defRPr>
            </a:pPr>
            <a:r>
              <a:t>  • Ensure timely access to resources, systems, and documentation.</a:t>
            </a:r>
          </a:p>
          <a:p>
            <a:pPr>
              <a:defRPr sz="1400">
                <a:latin typeface="Aptos"/>
              </a:defRPr>
            </a:pPr>
            <a:r>
              <a:t>5. Pre-Onboarding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To define a consistent, efficient, and employee-centric onboarding process that ensures smooth integration of new hires into Parabola 9 Private Limited, enabling them to become productive and aligned with company objectives from day one. (Part 2)</a:t>
            </a:r>
          </a:p>
        </p:txBody>
      </p:sp>
      <p:sp>
        <p:nvSpPr>
          <p:cNvPr id="3" name="Content Placeholder 2"/>
          <p:cNvSpPr>
            <a:spLocks noGrp="1"/>
          </p:cNvSpPr>
          <p:nvPr>
            <p:ph idx="1"/>
          </p:nvPr>
        </p:nvSpPr>
        <p:spPr/>
        <p:txBody>
          <a:bodyPr/>
          <a:lstStyle/>
          <a:p/>
          <a:p>
            <a:pPr>
              <a:defRPr sz="1400">
                <a:latin typeface="Aptos"/>
              </a:defRPr>
            </a:pPr>
            <a:r>
              <a:t>Opportunity to Review. By my signature below, I acknowledge that: (1) I have read and understand each provision of this Agreement; (2) I have had an opportunity to review this Agreement with legal counsel of my choosing;</a:t>
            </a:r>
          </a:p>
          <a:p>
            <a:pPr>
              <a:defRPr sz="1400">
                <a:latin typeface="Aptos"/>
              </a:defRPr>
            </a:pPr>
            <a:r>
              <a:t>  • (3) I am signing this Agreement freely and with knowledge of its contents; (4) I am not relying o...</a:t>
            </a:r>
          </a:p>
          <a:p>
            <a:pPr>
              <a:defRPr sz="1400">
                <a:latin typeface="Aptos"/>
              </a:defRPr>
            </a:pPr>
            <a:r>
              <a:t>  • My agreement, and my acknowledgement of a receipt of a copy of this Agreement, are indicated by m...</a:t>
            </a:r>
          </a:p>
          <a:p>
            <a:pPr>
              <a:defRPr sz="1400">
                <a:latin typeface="Aptos"/>
              </a:defRPr>
            </a:pPr>
            <a:r>
              <a:t>Annexure F – Employment Agreement – Parabola 9 Private Limited</a:t>
            </a:r>
          </a:p>
          <a:p>
            <a:pPr>
              <a:defRPr sz="1400">
                <a:latin typeface="Aptos"/>
              </a:defRPr>
            </a:pPr>
            <a:r>
              <a:t>  • Document No: P9/IND/HR/T002F-00 | Version: 01.00 | Effective Date: 03-Nov-2025 This Employment Ag...</a:t>
            </a:r>
          </a:p>
          <a:p>
            <a:pPr>
              <a:defRPr sz="1400">
                <a:latin typeface="Aptos"/>
              </a:defRPr>
            </a:pPr>
            <a:r>
              <a:t>  • Parabola 9 Private Limited, a company incorporated under the Companies Act, 1956 with its registe...</a:t>
            </a:r>
          </a:p>
          <a:p>
            <a:pPr>
              <a:defRPr sz="1400">
                <a:latin typeface="Aptos"/>
              </a:defRPr>
            </a:pPr>
            <a:r>
              <a:t>  • Employee Name, Age (hereinafter referred to “as you”, “your” or “yourself”, which expression shal...</a:t>
            </a:r>
          </a:p>
          <a:p>
            <a:pPr>
              <a:defRPr sz="1400">
                <a:latin typeface="Aptos"/>
              </a:defRPr>
            </a:pPr>
            <a:r>
              <a:t>Duties and Responsibilities</a:t>
            </a:r>
          </a:p>
          <a:p>
            <a:pPr>
              <a:defRPr sz="1400">
                <a:latin typeface="Aptos"/>
              </a:defRPr>
            </a:pPr>
            <a:r>
              <a:t>  • You agree that at all times during your employment with Parabola 9, you will faithfully, industri...</a:t>
            </a:r>
          </a:p>
          <a:p>
            <a:pPr>
              <a:defRPr sz="1400">
                <a:latin typeface="Aptos"/>
              </a:defRPr>
            </a:pPr>
            <a:r>
              <a:t>  • Your unprofessional behavior or misconduct in violation of Parabola 9’s Code of Business Ethics 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To establish a structured, transparent, and compliant process for managing employee separation at Parabola 9 Private Limited, ensuring a smooth transition, protection of intellectual property, and timely settlement of dues.</a:t>
            </a:r>
          </a:p>
        </p:txBody>
      </p:sp>
      <p:sp>
        <p:nvSpPr>
          <p:cNvPr id="3" name="Content Placeholder 2"/>
          <p:cNvSpPr>
            <a:spLocks noGrp="1"/>
          </p:cNvSpPr>
          <p:nvPr>
            <p:ph idx="1"/>
          </p:nvPr>
        </p:nvSpPr>
        <p:spPr/>
        <p:txBody>
          <a:bodyPr/>
          <a:lstStyle/>
          <a:p/>
          <a:p>
            <a:pPr>
              <a:defRPr sz="1400">
                <a:latin typeface="Aptos"/>
              </a:defRPr>
            </a:pPr>
            <a:r>
              <a:t>Overview</a:t>
            </a:r>
          </a:p>
          <a:p>
            <a:pPr>
              <a:defRPr sz="1400">
                <a:latin typeface="Aptos"/>
              </a:defRPr>
            </a:pPr>
            <a:r>
              <a:t>  • 1. Purpose</a:t>
            </a:r>
          </a:p>
          <a:p>
            <a:pPr>
              <a:defRPr sz="1400">
                <a:latin typeface="Aptos"/>
              </a:defRPr>
            </a:pPr>
            <a:r>
              <a:t>  • 2. Scope</a:t>
            </a:r>
          </a:p>
          <a:p>
            <a:pPr>
              <a:defRPr sz="1400">
                <a:latin typeface="Aptos"/>
              </a:defRPr>
            </a:pPr>
            <a:r>
              <a:t>  • This SOP applies to all employees — permanent, probationary, contractual, and interns — working i...</a:t>
            </a:r>
          </a:p>
          <a:p>
            <a:pPr>
              <a:defRPr sz="1400">
                <a:latin typeface="Aptos"/>
              </a:defRPr>
            </a:pPr>
            <a:r>
              <a:t>3. Definition</a:t>
            </a:r>
          </a:p>
          <a:p>
            <a:pPr>
              <a:defRPr sz="1400">
                <a:latin typeface="Aptos"/>
              </a:defRPr>
            </a:pPr>
            <a:r>
              <a:t>  • 3.1 Template: A standardized format or layout used to maintain consistency in preparing documents...</a:t>
            </a:r>
          </a:p>
          <a:p>
            <a:pPr>
              <a:defRPr sz="1400">
                <a:latin typeface="Aptos"/>
              </a:defRPr>
            </a:pPr>
            <a:r>
              <a:t>  • 3.2 SOP (Standard Operating Procedure): A documented set of instructions that outlines the steps ...</a:t>
            </a:r>
          </a:p>
          <a:p>
            <a:pPr>
              <a:defRPr sz="1400">
                <a:latin typeface="Aptos"/>
              </a:defRPr>
            </a:pPr>
            <a:r>
              <a:t>  • 3.3 Annexure: A supplementary document attached to the main document, providing additional refere...</a:t>
            </a:r>
          </a:p>
          <a:p>
            <a:pPr>
              <a:defRPr sz="1400">
                <a:latin typeface="Aptos"/>
              </a:defRPr>
            </a:pPr>
            <a:r>
              <a:t>6. Knowledge Transfer and Handover</a:t>
            </a:r>
          </a:p>
          <a:p>
            <a:pPr>
              <a:defRPr sz="1400">
                <a:latin typeface="Aptos"/>
              </a:defRPr>
            </a:pPr>
            <a:r>
              <a:t>  • The reporting manager ensures a complete knowledge handover to designated team members.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To establish a structured, transparent, and compliant process for managing employee separation at Parabola 9 Private Limited, ensuring a smooth transition, protection of intellectual property, and timely settlement of dues. (Part 2)</a:t>
            </a:r>
          </a:p>
        </p:txBody>
      </p:sp>
      <p:sp>
        <p:nvSpPr>
          <p:cNvPr id="3" name="Content Placeholder 2"/>
          <p:cNvSpPr>
            <a:spLocks noGrp="1"/>
          </p:cNvSpPr>
          <p:nvPr>
            <p:ph idx="1"/>
          </p:nvPr>
        </p:nvSpPr>
        <p:spPr/>
        <p:txBody>
          <a:bodyPr/>
          <a:lstStyle/>
          <a:p/>
          <a:p>
            <a:pPr>
              <a:defRPr sz="1400">
                <a:latin typeface="Aptos"/>
              </a:defRPr>
            </a:pPr>
            <a:r>
              <a:t>11. Exit Interview</a:t>
            </a:r>
          </a:p>
          <a:p>
            <a:pPr>
              <a:defRPr sz="1400">
                <a:latin typeface="Aptos"/>
              </a:defRPr>
            </a:pPr>
            <a:r>
              <a:t>  • Conducted by HR to capture feedback on:</a:t>
            </a:r>
          </a:p>
          <a:p>
            <a:pPr>
              <a:defRPr sz="1400">
                <a:latin typeface="Aptos"/>
              </a:defRPr>
            </a:pPr>
            <a:r>
              <a:t>  • Work culture, leadership, and process improvements.</a:t>
            </a:r>
          </a:p>
          <a:p>
            <a:pPr>
              <a:defRPr sz="1400">
                <a:latin typeface="Aptos"/>
              </a:defRPr>
            </a:pPr>
            <a:r>
              <a:t>  • Reasons for resignation and rejoining likelihood.</a:t>
            </a:r>
          </a:p>
          <a:p>
            <a:pPr>
              <a:defRPr sz="1400">
                <a:latin typeface="Aptos"/>
              </a:defRPr>
            </a:pPr>
            <a:r>
              <a:t>12. Experience Letter Issuance</a:t>
            </a:r>
          </a:p>
          <a:p>
            <a:pPr>
              <a:defRPr sz="1400">
                <a:latin typeface="Aptos"/>
              </a:defRPr>
            </a:pPr>
            <a:r>
              <a:t>  • Issued only after successful completion of clearance and full settlement.</a:t>
            </a:r>
          </a:p>
          <a:p>
            <a:pPr>
              <a:defRPr sz="1400">
                <a:latin typeface="Aptos"/>
              </a:defRPr>
            </a:pPr>
            <a:r>
              <a:t>  • Should clearly mention tenure, designation, and conduct summary.</a:t>
            </a:r>
          </a:p>
          <a:p>
            <a:pPr>
              <a:defRPr sz="1400">
                <a:latin typeface="Aptos"/>
              </a:defRPr>
            </a:pPr>
            <a:r>
              <a:t>  • Template attached as Annexure A – Experience Letter (P9/IND/HR/003A-00).</a:t>
            </a:r>
          </a:p>
          <a:p>
            <a:pPr>
              <a:defRPr sz="1400">
                <a:latin typeface="Aptos"/>
              </a:defRPr>
            </a:pPr>
            <a:r>
              <a:t>13. Record Retention</a:t>
            </a:r>
          </a:p>
          <a:p>
            <a:pPr>
              <a:defRPr sz="1400">
                <a:latin typeface="Aptos"/>
              </a:defRPr>
            </a:pPr>
            <a:r>
              <a:t>  • All exit records, clearance forms, and letters shall be retained securely by HR for a minimum of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This Standard Operating Procedure (SOP) outlines the rules and procedures governing employee attendance, leave management, and holiday entitlement at Parabola9 Private Limited. It ensures fairness, consistency, and compliance with company and statutory standards.</a:t>
            </a:r>
          </a:p>
        </p:txBody>
      </p:sp>
      <p:sp>
        <p:nvSpPr>
          <p:cNvPr id="3" name="Content Placeholder 2"/>
          <p:cNvSpPr>
            <a:spLocks noGrp="1"/>
          </p:cNvSpPr>
          <p:nvPr>
            <p:ph idx="1"/>
          </p:nvPr>
        </p:nvSpPr>
        <p:spPr/>
        <p:txBody>
          <a:bodyPr/>
          <a:lstStyle/>
          <a:p/>
          <a:p>
            <a:pPr>
              <a:defRPr sz="1400">
                <a:latin typeface="Aptos"/>
              </a:defRPr>
            </a:pPr>
            <a:r>
              <a:t>Overview</a:t>
            </a:r>
          </a:p>
          <a:p>
            <a:pPr>
              <a:defRPr sz="1400">
                <a:latin typeface="Aptos"/>
              </a:defRPr>
            </a:pPr>
            <a:r>
              <a:t>  • 1. Purpose</a:t>
            </a:r>
          </a:p>
          <a:p>
            <a:pPr>
              <a:defRPr sz="1400">
                <a:latin typeface="Aptos"/>
              </a:defRPr>
            </a:pPr>
            <a:r>
              <a:t>  • 2. Scope</a:t>
            </a:r>
          </a:p>
          <a:p>
            <a:pPr>
              <a:defRPr sz="1400">
                <a:latin typeface="Aptos"/>
              </a:defRPr>
            </a:pPr>
            <a:r>
              <a:t>  • This policy applies to all full-time, probationary, and contractual employees across all departme...</a:t>
            </a:r>
          </a:p>
          <a:p>
            <a:pPr>
              <a:defRPr sz="1400">
                <a:latin typeface="Aptos"/>
              </a:defRPr>
            </a:pPr>
            <a:r>
              <a:t>3. Definition 3.1 Template: A standardized format or layout used to maintain consistency in preparing documents or forms. 3.2 SOP (Standard Operating Procedure): A documented set of instructions that outlines the steps to perform a specific process accurately and consistently. 3.3 Annexure: A supplementary document attached to the main document, providing additional reference or supporting information. 3.4 Addendum: An official addition or amendment made to an existing document to include new or updated information.</a:t>
            </a:r>
          </a:p>
          <a:p>
            <a:pPr>
              <a:defRPr sz="1400">
                <a:latin typeface="Aptos"/>
              </a:defRPr>
            </a:pPr>
            <a:r>
              <a:t>  • 4. Objectives</a:t>
            </a:r>
          </a:p>
          <a:p>
            <a:pPr>
              <a:defRPr sz="1400">
                <a:latin typeface="Aptos"/>
              </a:defRPr>
            </a:pPr>
            <a:r>
              <a:t>  • Maintain discipline in attendance and time management.</a:t>
            </a:r>
          </a:p>
          <a:p>
            <a:pPr>
              <a:defRPr sz="1400">
                <a:latin typeface="Aptos"/>
              </a:defRPr>
            </a:pPr>
            <a:r>
              <a:t>  • Define leave entitlements and ensure uniform application.</a:t>
            </a:r>
          </a:p>
          <a:p>
            <a:pPr>
              <a:defRPr sz="1400">
                <a:latin typeface="Aptos"/>
              </a:defRPr>
            </a:pPr>
            <a:r>
              <a:t>19. Abbreviations</a:t>
            </a:r>
          </a:p>
          <a:p>
            <a:pPr>
              <a:defRPr sz="1400">
                <a:latin typeface="Aptos"/>
              </a:defRPr>
            </a:pPr>
            <a:r>
              <a:t>T004A – Leave Encashment Request Form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This Standard Operating Procedure (SOP) outlines the rules and procedures governing employee attendance, leave management, and holiday entitlement at Parabola9 Private Limited. It ensures fairness, consistency, and compliance with company and statutory standards. (Part 2)</a:t>
            </a:r>
          </a:p>
        </p:txBody>
      </p:sp>
      <p:sp>
        <p:nvSpPr>
          <p:cNvPr id="3" name="Content Placeholder 2"/>
          <p:cNvSpPr>
            <a:spLocks noGrp="1"/>
          </p:cNvSpPr>
          <p:nvPr>
            <p:ph idx="1"/>
          </p:nvPr>
        </p:nvSpPr>
        <p:spPr/>
        <p:txBody>
          <a:bodyPr/>
          <a:lstStyle/>
          <a:p/>
          <a:p>
            <a:pPr>
              <a:defRPr sz="1400">
                <a:latin typeface="Aptos"/>
              </a:defRPr>
            </a:pPr>
            <a:r>
              <a:t>T004B – Show Cause Notice</a:t>
            </a:r>
          </a:p>
          <a:p>
            <a:pPr>
              <a:defRPr sz="1400">
                <a:latin typeface="Aptos"/>
              </a:defRPr>
            </a:pPr>
            <a:r>
              <a:t>  • Document No: P9/IND/HR/T004B-00 | Version: 01.00</a:t>
            </a:r>
          </a:p>
          <a:p>
            <a:pPr>
              <a:defRPr sz="1400">
                <a:latin typeface="Aptos"/>
              </a:defRPr>
            </a:pPr>
            <a:r>
              <a:t>  • Parabola9 Private Limited – Show Cause Notice</a:t>
            </a:r>
          </a:p>
          <a:p>
            <a:pPr>
              <a:defRPr sz="1400">
                <a:latin typeface="Aptos"/>
              </a:defRPr>
            </a:pPr>
            <a:r>
              <a:t>  • Date: ___________ To: [Employee Name]</a:t>
            </a:r>
          </a:p>
          <a:p>
            <a:pPr>
              <a:defRPr sz="1400">
                <a:latin typeface="Aptos"/>
              </a:defRPr>
            </a:pPr>
            <a:r>
              <a:t>T004C – Medical / Critical Illness Leave Request Form</a:t>
            </a:r>
          </a:p>
          <a:p>
            <a:pPr>
              <a:defRPr sz="1400">
                <a:latin typeface="Aptos"/>
              </a:defRPr>
            </a:pPr>
            <a:r>
              <a:t>  • Document No: P9/IND/HR/T004C-00 | Version: 01.00</a:t>
            </a:r>
          </a:p>
          <a:p>
            <a:pPr>
              <a:defRPr sz="1400">
                <a:latin typeface="Aptos"/>
              </a:defRPr>
            </a:pPr>
            <a:r>
              <a:t>  • Parabola9 Private Limited – Medical / Critical Illness Leave Request</a:t>
            </a:r>
          </a:p>
          <a:p>
            <a:pPr>
              <a:defRPr sz="1400">
                <a:latin typeface="Aptos"/>
              </a:defRPr>
            </a:pPr>
            <a:r>
              <a:t>  • Nature of Illness / Diagnosis: .....................................................................</a:t>
            </a:r>
          </a:p>
          <a:p>
            <a:pPr>
              <a:defRPr sz="1400">
                <a:latin typeface="Aptos"/>
              </a:defRPr>
            </a:pPr>
            <a:r>
              <a:t>T004D – Fitness to Resume Work Certificate</a:t>
            </a:r>
          </a:p>
          <a:p>
            <a:pPr>
              <a:defRPr sz="1400">
                <a:latin typeface="Aptos"/>
              </a:defRPr>
            </a:pPr>
            <a:r>
              <a:t>  • Document No: P9/IND/HR/T004D-00 | Version: 01.00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To define a structured and transparent process for evaluating employee performance, identifying strengths and areas of improvement, and supporting continuous growth within Parabola 9 Private Limited. This process ensures fair assessment, rewards alignment, and data confidentiality through secure, level-based evaluation systems.</a:t>
            </a:r>
          </a:p>
        </p:txBody>
      </p:sp>
      <p:sp>
        <p:nvSpPr>
          <p:cNvPr id="3" name="Content Placeholder 2"/>
          <p:cNvSpPr>
            <a:spLocks noGrp="1"/>
          </p:cNvSpPr>
          <p:nvPr>
            <p:ph idx="1"/>
          </p:nvPr>
        </p:nvSpPr>
        <p:spPr/>
        <p:txBody>
          <a:bodyPr/>
          <a:lstStyle/>
          <a:p/>
          <a:p>
            <a:pPr>
              <a:defRPr sz="1400">
                <a:latin typeface="Aptos"/>
              </a:defRPr>
            </a:pPr>
            <a:r>
              <a:t>Overview</a:t>
            </a:r>
          </a:p>
          <a:p>
            <a:pPr>
              <a:defRPr sz="1400">
                <a:latin typeface="Aptos"/>
              </a:defRPr>
            </a:pPr>
            <a:r>
              <a:t>  • 1. Purpose</a:t>
            </a:r>
          </a:p>
          <a:p>
            <a:pPr>
              <a:defRPr sz="1400">
                <a:latin typeface="Aptos"/>
              </a:defRPr>
            </a:pPr>
            <a:r>
              <a:t>  • 2. Scope</a:t>
            </a:r>
          </a:p>
          <a:p>
            <a:pPr>
              <a:defRPr sz="1400">
                <a:latin typeface="Aptos"/>
              </a:defRPr>
            </a:pPr>
            <a:r>
              <a:t>  • This SOP applies to all full-time and probationary employees of Parabola 9 Private Limited across...</a:t>
            </a:r>
          </a:p>
          <a:p>
            <a:pPr>
              <a:defRPr sz="1400">
                <a:latin typeface="Aptos"/>
              </a:defRPr>
            </a:pPr>
            <a:r>
              <a:t>3. Definition</a:t>
            </a:r>
          </a:p>
          <a:p>
            <a:pPr>
              <a:defRPr sz="1400">
                <a:latin typeface="Aptos"/>
              </a:defRPr>
            </a:pPr>
            <a:r>
              <a:t>  • 3.1 Template: A standardized format or layout used to maintain consistency in preparing documents...</a:t>
            </a:r>
          </a:p>
          <a:p>
            <a:pPr>
              <a:defRPr sz="1400">
                <a:latin typeface="Aptos"/>
              </a:defRPr>
            </a:pPr>
            <a:r>
              <a:t>  • 3.2 SOP (Standard Operating Procedure): A documented set of instructions that outlines the steps ...</a:t>
            </a:r>
          </a:p>
          <a:p>
            <a:pPr>
              <a:defRPr sz="1400">
                <a:latin typeface="Aptos"/>
              </a:defRPr>
            </a:pPr>
            <a:r>
              <a:t>  • 3.3 Annexure: A supplementary document attached to the main document, providing additional refere...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To define a structured and transparent process for evaluating employee performance, identifying strengths and areas of improvement, and supporting continuous growth within Parabola 9 Private Limited. This process ensures fair assessment, rewards alignment, and data confidentiality through secure, level-based evaluation systems. (Part 2)</a:t>
            </a:r>
          </a:p>
        </p:txBody>
      </p:sp>
      <p:sp>
        <p:nvSpPr>
          <p:cNvPr id="3" name="Content Placeholder 2"/>
          <p:cNvSpPr>
            <a:spLocks noGrp="1"/>
          </p:cNvSpPr>
          <p:nvPr>
            <p:ph idx="1"/>
          </p:nvPr>
        </p:nvSpPr>
        <p:spPr/>
        <p:txBody>
          <a:bodyPr/>
          <a:lstStyle/>
          <a:p/>
          <a:p>
            <a:pPr>
              <a:defRPr sz="1400">
                <a:latin typeface="Aptos"/>
              </a:defRPr>
            </a:pPr>
            <a:r>
              <a:t>4. Objectives</a:t>
            </a:r>
          </a:p>
          <a:p>
            <a:pPr>
              <a:defRPr sz="1400">
                <a:latin typeface="Aptos"/>
              </a:defRPr>
            </a:pPr>
            <a:r>
              <a:t>  • To ensure objective and measurable performance evaluation for all employees.</a:t>
            </a:r>
          </a:p>
          <a:p>
            <a:pPr>
              <a:defRPr sz="1400">
                <a:latin typeface="Aptos"/>
              </a:defRPr>
            </a:pPr>
            <a:r>
              <a:t>  • To link employee performance with promotions, increments, and development opportunities.</a:t>
            </a:r>
          </a:p>
          <a:p>
            <a:pPr>
              <a:defRPr sz="1400">
                <a:latin typeface="Aptos"/>
              </a:defRPr>
            </a:pPr>
            <a:r>
              <a:t>  • To promote feedback-driven growth and accountability.</a:t>
            </a:r>
          </a:p>
          <a:p>
            <a:pPr>
              <a:defRPr sz="1400">
                <a:latin typeface="Aptos"/>
              </a:defRPr>
            </a:pPr>
            <a:r>
              <a:t>16. Abbreviations</a:t>
            </a:r>
          </a:p>
          <a:p>
            <a:pPr>
              <a:defRPr sz="1400">
                <a:latin typeface="Aptos"/>
              </a:defRPr>
            </a:pPr>
            <a:r>
              <a:t>  • Parabola 9 Private Limited</a:t>
            </a:r>
          </a:p>
          <a:p>
            <a:pPr>
              <a:defRPr sz="1400">
                <a:latin typeface="Aptos"/>
              </a:defRPr>
            </a:pPr>
            <a:r>
              <a:t>Training Enhancement &amp; Probation Extension Template Document No: P9/IND/HR/T005C-00 | Version: 01.00 | Issue Date: 03-Nov-2025 Department: Human Resources | Classification: Confidential</a:t>
            </a:r>
          </a:p>
          <a:p>
            <a:pPr>
              <a:defRPr sz="1400">
                <a:latin typeface="Aptos"/>
              </a:defRPr>
            </a:pPr>
            <a:r>
              <a:t>  • 1. Employee Details</a:t>
            </a:r>
          </a:p>
          <a:p>
            <a:pPr>
              <a:defRPr sz="1400">
                <a:latin typeface="Aptos"/>
              </a:defRPr>
            </a:pPr>
            <a:r>
              <a:t>  • 2. Performance Review Summary</a:t>
            </a:r>
          </a:p>
          <a:p>
            <a:pPr>
              <a:defRPr sz="1400">
                <a:latin typeface="Aptos"/>
              </a:defRPr>
            </a:pPr>
            <a:r>
              <a:t>  • Review Period: ___________________________</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To define a transparent and systematic process for payroll, salary disbursement, benefits management, and statutory compliance at Parabola 9 Private Limited, ensuring accuracy, timeliness, and confidentiality across all payroll operations.</a:t>
            </a:r>
          </a:p>
        </p:txBody>
      </p:sp>
      <p:sp>
        <p:nvSpPr>
          <p:cNvPr id="3" name="Content Placeholder 2"/>
          <p:cNvSpPr>
            <a:spLocks noGrp="1"/>
          </p:cNvSpPr>
          <p:nvPr>
            <p:ph idx="1"/>
          </p:nvPr>
        </p:nvSpPr>
        <p:spPr/>
        <p:txBody>
          <a:bodyPr/>
          <a:lstStyle/>
          <a:p/>
          <a:p>
            <a:pPr>
              <a:defRPr sz="1400">
                <a:latin typeface="Aptos"/>
              </a:defRPr>
            </a:pPr>
            <a:r>
              <a:t>Overview</a:t>
            </a:r>
          </a:p>
          <a:p>
            <a:pPr>
              <a:defRPr sz="1400">
                <a:latin typeface="Aptos"/>
              </a:defRPr>
            </a:pPr>
            <a:r>
              <a:t>  • 1. Purpose</a:t>
            </a:r>
          </a:p>
          <a:p>
            <a:pPr>
              <a:defRPr sz="1400">
                <a:latin typeface="Aptos"/>
              </a:defRPr>
            </a:pPr>
            <a:r>
              <a:t>3. Definition</a:t>
            </a:r>
          </a:p>
          <a:p>
            <a:pPr>
              <a:defRPr sz="1400">
                <a:latin typeface="Aptos"/>
              </a:defRPr>
            </a:pPr>
            <a:r>
              <a:t>  • 3.1 Template: A standardized format or layout used to maintain consistency in...</a:t>
            </a:r>
          </a:p>
          <a:p>
            <a:pPr>
              <a:defRPr sz="1400">
                <a:latin typeface="Aptos"/>
              </a:defRPr>
            </a:pPr>
            <a:r>
              <a:t>15. Abbreviations</a:t>
            </a:r>
          </a:p>
          <a:p>
            <a:pPr>
              <a:defRPr sz="1400">
                <a:latin typeface="Aptos"/>
              </a:defRPr>
            </a:pPr>
            <a:r>
              <a:t>  • Authorized Signatory</a:t>
            </a:r>
          </a:p>
          <a:p>
            <a:pPr>
              <a:defRPr sz="1400">
                <a:latin typeface="Aptos"/>
              </a:defRPr>
            </a:pPr>
            <a:r>
              <a:t>Annexure A – Payroll Processing Checklist</a:t>
            </a:r>
          </a:p>
          <a:p>
            <a:pPr>
              <a:defRPr sz="1400">
                <a:latin typeface="Aptos"/>
              </a:defRPr>
            </a:pPr>
            <a:r>
              <a:t>  • Document Ref: P9/IND/HR/T006A-00 | Version: 01.00</a:t>
            </a:r>
          </a:p>
          <a:p>
            <a:pPr>
              <a:defRPr sz="1400">
                <a:latin typeface="Aptos"/>
              </a:defRPr>
            </a:pPr>
            <a:r>
              <a:t>Annexure B – Salary Revision &amp; Approval Memo</a:t>
            </a:r>
          </a:p>
          <a:p>
            <a:pPr>
              <a:defRPr sz="1400">
                <a:latin typeface="Aptos"/>
              </a:defRPr>
            </a:pPr>
            <a:r>
              <a:t>  • Document Ref: P9/IND/HR/T006B-00 | Version: 01.00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To define a standardized process for planning, executing, and evaluating employee training and development programs at Parabola 9 Private Limited that align with organizational goals, technological advancement, and ISO/ISMS compliance.</a:t>
            </a:r>
          </a:p>
        </p:txBody>
      </p:sp>
      <p:sp>
        <p:nvSpPr>
          <p:cNvPr id="3" name="Content Placeholder 2"/>
          <p:cNvSpPr>
            <a:spLocks noGrp="1"/>
          </p:cNvSpPr>
          <p:nvPr>
            <p:ph idx="1"/>
          </p:nvPr>
        </p:nvSpPr>
        <p:spPr/>
        <p:txBody>
          <a:bodyPr/>
          <a:lstStyle/>
          <a:p/>
          <a:p>
            <a:pPr>
              <a:defRPr sz="1400">
                <a:latin typeface="Aptos"/>
              </a:defRPr>
            </a:pPr>
            <a:r>
              <a:t>Overview</a:t>
            </a:r>
          </a:p>
          <a:p>
            <a:pPr>
              <a:defRPr sz="1400">
                <a:latin typeface="Aptos"/>
              </a:defRPr>
            </a:pPr>
            <a:r>
              <a:t>  • 1. Purpose</a:t>
            </a:r>
          </a:p>
          <a:p>
            <a:pPr>
              <a:defRPr sz="1400">
                <a:latin typeface="Aptos"/>
              </a:defRPr>
            </a:pPr>
            <a:r>
              <a:t>3. Definition</a:t>
            </a:r>
          </a:p>
          <a:p>
            <a:pPr>
              <a:defRPr sz="1400">
                <a:latin typeface="Aptos"/>
              </a:defRPr>
            </a:pPr>
            <a:r>
              <a:t>  • 3.1 Template: A standardized format or layout used to maintain consistency in...</a:t>
            </a:r>
          </a:p>
          <a:p>
            <a:pPr>
              <a:defRPr sz="1400">
                <a:latin typeface="Aptos"/>
              </a:defRPr>
            </a:pPr>
            <a:r>
              <a:t>4. Objectives</a:t>
            </a:r>
          </a:p>
          <a:p>
            <a:pPr>
              <a:defRPr sz="1400">
                <a:latin typeface="Aptos"/>
              </a:defRPr>
            </a:pPr>
            <a:r>
              <a:t>  • Foster continuous learning and competency improvement.</a:t>
            </a:r>
          </a:p>
          <a:p>
            <a:pPr>
              <a:defRPr sz="1400">
                <a:latin typeface="Aptos"/>
              </a:defRPr>
            </a:pPr>
            <a:r>
              <a:t>13.Abbreviations</a:t>
            </a:r>
          </a:p>
          <a:p>
            <a:pPr>
              <a:defRPr sz="1400">
                <a:latin typeface="Aptos"/>
              </a:defRPr>
            </a:pPr>
            <a:r>
              <a:t>  • Authorized Signatory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To establish a fair, consistent, and legally compliant procedure for managing disciplinary matters, grievances, absenteeism, and employee misconduct at Parabola 9 Private Limited, ensuring transparency, objectivity, and adherence to corporate ethics and Indian employment laws.</a:t>
            </a:r>
          </a:p>
        </p:txBody>
      </p:sp>
      <p:sp>
        <p:nvSpPr>
          <p:cNvPr id="3" name="Content Placeholder 2"/>
          <p:cNvSpPr>
            <a:spLocks noGrp="1"/>
          </p:cNvSpPr>
          <p:nvPr>
            <p:ph idx="1"/>
          </p:nvPr>
        </p:nvSpPr>
        <p:spPr/>
        <p:txBody>
          <a:bodyPr/>
          <a:lstStyle/>
          <a:p/>
          <a:p>
            <a:pPr>
              <a:defRPr sz="1400">
                <a:latin typeface="Aptos"/>
              </a:defRPr>
            </a:pPr>
            <a:r>
              <a:t>Overview</a:t>
            </a:r>
          </a:p>
          <a:p>
            <a:pPr>
              <a:defRPr sz="1400">
                <a:latin typeface="Aptos"/>
              </a:defRPr>
            </a:pPr>
            <a:r>
              <a:t>  • 1. Purpose</a:t>
            </a:r>
          </a:p>
          <a:p>
            <a:pPr>
              <a:defRPr sz="1400">
                <a:latin typeface="Aptos"/>
              </a:defRPr>
            </a:pPr>
            <a:r>
              <a:t>3. Definition</a:t>
            </a:r>
          </a:p>
          <a:p>
            <a:pPr>
              <a:defRPr sz="1400">
                <a:latin typeface="Aptos"/>
              </a:defRPr>
            </a:pPr>
            <a:r>
              <a:t>  • 3.1 Template: A standardized format or layout used to maintain consistency in...</a:t>
            </a:r>
          </a:p>
          <a:p>
            <a:pPr>
              <a:defRPr sz="1400">
                <a:latin typeface="Aptos"/>
              </a:defRPr>
            </a:pPr>
            <a:r>
              <a:t>5. Definitions</a:t>
            </a:r>
          </a:p>
          <a:p>
            <a:pPr>
              <a:defRPr sz="1400">
                <a:latin typeface="Aptos"/>
              </a:defRPr>
            </a:pPr>
            <a:r>
              <a:t>  • Misconduct: Any act of indiscipline, negligence, or behavior contrary to comp...</a:t>
            </a:r>
          </a:p>
          <a:p>
            <a:pPr>
              <a:defRPr sz="1400">
                <a:latin typeface="Aptos"/>
              </a:defRPr>
            </a:pPr>
            <a:r>
              <a:t>6. Disciplinary Governance</a:t>
            </a:r>
          </a:p>
          <a:p>
            <a:pPr>
              <a:defRPr sz="1400">
                <a:latin typeface="Aptos"/>
              </a:defRPr>
            </a:pPr>
            <a:r>
              <a:t>  • All disciplinary and grievance matters shall be managed under the supervision...</a:t>
            </a:r>
          </a:p>
          <a:p>
            <a:pPr>
              <a:defRPr sz="1400">
                <a:latin typeface="Aptos"/>
              </a:defRPr>
            </a:pPr>
            <a:r>
              <a:t>7. Disciplinary Procedure</a:t>
            </a:r>
          </a:p>
          <a:p>
            <a:pPr>
              <a:defRPr sz="1400">
                <a:latin typeface="Aptos"/>
              </a:defRPr>
            </a:pPr>
            <a:r>
              <a:t>  • 7.1 Step 1 – Identification of Misconduct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To establish a uniform and secure process for creating, reviewing, executing, and maintaining Non-Disclosure Agreements (NDAs), Service Agreements , MoU/As and other Legal Agreements entered by Parabola 9 Private Limited, ensuring confidentiality, legal compliance, and organizational protection.</a:t>
            </a:r>
          </a:p>
        </p:txBody>
      </p:sp>
      <p:sp>
        <p:nvSpPr>
          <p:cNvPr id="3" name="Content Placeholder 2"/>
          <p:cNvSpPr>
            <a:spLocks noGrp="1"/>
          </p:cNvSpPr>
          <p:nvPr>
            <p:ph idx="1"/>
          </p:nvPr>
        </p:nvSpPr>
        <p:spPr/>
        <p:txBody>
          <a:bodyPr/>
          <a:lstStyle/>
          <a:p/>
          <a:p>
            <a:pPr>
              <a:defRPr sz="1400">
                <a:latin typeface="Aptos"/>
              </a:defRPr>
            </a:pPr>
            <a:r>
              <a:t>Overview</a:t>
            </a:r>
          </a:p>
          <a:p>
            <a:pPr>
              <a:defRPr sz="1400">
                <a:latin typeface="Aptos"/>
              </a:defRPr>
            </a:pPr>
            <a:r>
              <a:t>  • 1. Purpose</a:t>
            </a:r>
          </a:p>
          <a:p>
            <a:pPr>
              <a:defRPr sz="1400">
                <a:latin typeface="Aptos"/>
              </a:defRPr>
            </a:pPr>
            <a:r>
              <a:t>3. Definition</a:t>
            </a:r>
          </a:p>
          <a:p>
            <a:pPr>
              <a:defRPr sz="1400">
                <a:latin typeface="Aptos"/>
              </a:defRPr>
            </a:pPr>
            <a:r>
              <a:t>  • 3.1 Template: A standardized format or layout used to maintain consistency in...</a:t>
            </a:r>
          </a:p>
          <a:p>
            <a:pPr>
              <a:defRPr sz="1400">
                <a:latin typeface="Aptos"/>
              </a:defRPr>
            </a:pPr>
            <a:r>
              <a:t>14. Abbreviations</a:t>
            </a:r>
          </a:p>
          <a:p>
            <a:pPr>
              <a:defRPr sz="1400">
                <a:latin typeface="Aptos"/>
              </a:defRPr>
            </a:pPr>
            <a:r>
              <a:t>  • Authorized Signatory</a:t>
            </a:r>
          </a:p>
          <a:p>
            <a:pPr>
              <a:defRPr sz="1400">
                <a:latin typeface="Aptos"/>
              </a:defRPr>
            </a:pPr>
            <a:r>
              <a:t>Annexure B – Legal Request Form Template</a:t>
            </a:r>
          </a:p>
          <a:p>
            <a:pPr>
              <a:defRPr sz="1400">
                <a:latin typeface="Aptos"/>
              </a:defRPr>
            </a:pPr>
            <a:r>
              <a:t>  • Document No: P9/IND/HR/T009B-00 | Version:** 01.00</a:t>
            </a:r>
          </a:p>
          <a:p>
            <a:pPr>
              <a:defRPr sz="1400">
                <a:latin typeface="Aptos"/>
              </a:defRPr>
            </a:pPr>
            <a:r>
              <a:t>Annexure C – NDA Template (General Use)</a:t>
            </a:r>
          </a:p>
          <a:p>
            <a:pPr>
              <a:defRPr sz="1400">
                <a:latin typeface="Aptos"/>
              </a:defRPr>
            </a:pPr>
            <a:r>
              <a:t>  • Document No: P9/IND/HR/T009C-00 | Version:** 01.00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Aptos"/>
              </a:defRPr>
            </a:pPr>
            <a:r>
              <a:t>To establish and maintain a clear organizational structure defining hierarchical levels, departmental functions, and reporting relationships at Parabola9 Private Limited, ensuring operational efficiency, accountability, and transparency across all business units.</a:t>
            </a:r>
          </a:p>
        </p:txBody>
      </p:sp>
      <p:sp>
        <p:nvSpPr>
          <p:cNvPr id="3" name="Content Placeholder 2"/>
          <p:cNvSpPr>
            <a:spLocks noGrp="1"/>
          </p:cNvSpPr>
          <p:nvPr>
            <p:ph idx="1"/>
          </p:nvPr>
        </p:nvSpPr>
        <p:spPr/>
        <p:txBody>
          <a:bodyPr/>
          <a:lstStyle/>
          <a:p/>
          <a:p>
            <a:pPr>
              <a:defRPr sz="1400">
                <a:latin typeface="Aptos"/>
              </a:defRPr>
            </a:pPr>
            <a:r>
              <a:t>Overview</a:t>
            </a:r>
          </a:p>
          <a:p>
            <a:pPr>
              <a:defRPr sz="1400">
                <a:latin typeface="Aptos"/>
              </a:defRPr>
            </a:pPr>
            <a:r>
              <a:t>  • 1. Purpose</a:t>
            </a:r>
          </a:p>
          <a:p>
            <a:pPr>
              <a:defRPr sz="1400">
                <a:latin typeface="Aptos"/>
              </a:defRPr>
            </a:pPr>
            <a:r>
              <a:t>3. Definition</a:t>
            </a:r>
          </a:p>
          <a:p>
            <a:pPr>
              <a:defRPr sz="1400">
                <a:latin typeface="Aptos"/>
              </a:defRPr>
            </a:pPr>
            <a:r>
              <a:t>  • 3.1 Template: A standardized format or layout used to maintain consistency in...</a:t>
            </a:r>
          </a:p>
          <a:p>
            <a:pPr>
              <a:defRPr sz="1400">
                <a:latin typeface="Aptos"/>
              </a:defRPr>
            </a:pPr>
            <a:r>
              <a:t>13. Abbreviations</a:t>
            </a:r>
          </a:p>
          <a:p>
            <a:pPr>
              <a:defRPr sz="1400">
                <a:latin typeface="Aptos"/>
              </a:defRPr>
            </a:pPr>
            <a:r>
              <a:t>  • For Parabola9 Private Limited _________________________ Authorized Signatory ...</a:t>
            </a:r>
          </a:p>
        </p:txBody>
      </p:sp>
    </p:spTree>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DashVTI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86</cp:revision>
  <dcterms:created xsi:type="dcterms:W3CDTF">2025-12-23T09:00:58Z</dcterms:created>
  <dcterms:modified xsi:type="dcterms:W3CDTF">2026-02-07T09:15:06Z</dcterms:modified>
</cp:coreProperties>
</file>